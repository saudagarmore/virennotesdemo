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3"/>
    <p:sldId id="274" r:id="rId4"/>
    <p:sldId id="273" r:id="rId5"/>
    <p:sldId id="275" r:id="rId6"/>
    <p:sldId id="258" r:id="rId7"/>
    <p:sldId id="259" r:id="rId8"/>
    <p:sldId id="260" r:id="rId9"/>
    <p:sldId id="261" r:id="rId10"/>
    <p:sldId id="262" r:id="rId11"/>
    <p:sldId id="256" r:id="rId12"/>
    <p:sldId id="257" r:id="rId13"/>
    <p:sldId id="263" r:id="rId14"/>
    <p:sldId id="264" r:id="rId15"/>
    <p:sldId id="265" r:id="rId16"/>
    <p:sldId id="266" r:id="rId17"/>
    <p:sldId id="268" r:id="rId18"/>
    <p:sldId id="267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10" y="593725"/>
            <a:ext cx="11911330" cy="599313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Text &amp; Formatting: h1 to h6, p, a, strong, strike, b, u, i, mark, small, big, br, hr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Multimedia: img, audio, video, source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Form &amp; Input: input, select, option, optgroup, textarea, form, fieldset, legend, datalist, button, label, submit, hidden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Semantic: header, footer, nav, summary, details, section, article ,main.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List/Table: ul, li, dl, table, tr, td, th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Scripting/Styling: script, style, link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Other: div, marquee, template, svg, progress</a:t>
            </a:r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645" y="0"/>
            <a:ext cx="11130915" cy="271780"/>
          </a:xfrm>
        </p:spPr>
        <p:txBody>
          <a:bodyPr>
            <a:noAutofit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Html And Html5 Difference</a:t>
            </a:r>
            <a:endParaRPr 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0" y="271780"/>
          <a:ext cx="12192635" cy="6264910"/>
        </p:xfrm>
        <a:graphic>
          <a:graphicData uri="http://schemas.openxmlformats.org/drawingml/2006/table">
            <a:tbl>
              <a:tblPr/>
              <a:tblGrid>
                <a:gridCol w="1860550"/>
                <a:gridCol w="4137660"/>
                <a:gridCol w="6194425"/>
              </a:tblGrid>
              <a:tr h="391795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Feature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HTML (HTML4/XHTML)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HTML5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2430">
                <a:tc>
                  <a:txBody>
                    <a:bodyPr/>
                    <a:p>
                      <a:pPr algn="l"/>
                      <a:r>
                        <a:rPr sz="1800"/>
                        <a:t>Version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Older versions (like HTML4, XHTML 1.0)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Latest standard (HTML5)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1685">
                <a:tc>
                  <a:txBody>
                    <a:bodyPr/>
                    <a:p>
                      <a:pPr algn="l"/>
                      <a:r>
                        <a:rPr sz="1800"/>
                        <a:t>Doctype Declaration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Long and complex:&lt;!DOCTYPE HTML PUBLIC "-//W3C//DTD HTML 4.01//EN" "http://www.w3.org/TR/html4/strict.dtd"&gt;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Short and simple:&lt;!DOCTYPE html&gt;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4225">
                <a:tc>
                  <a:txBody>
                    <a:bodyPr/>
                    <a:p>
                      <a:pPr algn="l"/>
                      <a:r>
                        <a:rPr sz="1800"/>
                        <a:t>Structure Tags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No semantic structure tags; mostly used &lt;div&gt; and &lt;span&gt;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Introduced semantic tags like:&lt;header&gt;, &lt;footer&gt;, &lt;article&gt;, &lt;section&gt;, &lt;nav&gt;, &lt;aside&gt;, &lt;main&gt;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1160">
                <a:tc>
                  <a:txBody>
                    <a:bodyPr/>
                    <a:p>
                      <a:pPr algn="l"/>
                      <a:r>
                        <a:rPr sz="1800"/>
                        <a:t>Audio/Video Support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No native support (used Flash or plugins)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Native support using &lt;audio&gt; and &lt;video&gt; tags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1795">
                <a:tc>
                  <a:txBody>
                    <a:bodyPr/>
                    <a:p>
                      <a:pPr algn="l"/>
                      <a:r>
                        <a:rPr sz="1800"/>
                        <a:t>Graphics Support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No built-in support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Introduced &lt;canvas&gt; and &lt;svg&gt; for drawing graphics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3590">
                <a:tc>
                  <a:txBody>
                    <a:bodyPr/>
                    <a:p>
                      <a:pPr algn="l"/>
                      <a:r>
                        <a:rPr sz="1800"/>
                        <a:t>Form Enhancements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Limited input types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New input types like:email, date, time, range, color, url, search, etc.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73480">
                <a:tc>
                  <a:txBody>
                    <a:bodyPr/>
                    <a:p>
                      <a:pPr algn="l"/>
                      <a:r>
                        <a:rPr sz="1800"/>
                        <a:t>APIs and Features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No APIs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Built-in APIs like:- Geolocation API- Drag and Drop API- Web Storage (localStorage, sessionStorage)- WebSockets- Offline Web Apps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2430">
                <a:tc>
                  <a:txBody>
                    <a:bodyPr/>
                    <a:p>
                      <a:pPr algn="l"/>
                      <a:r>
                        <a:rPr sz="1800"/>
                        <a:t>Error Handling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Strict and less forgiving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More lenient and robust error handling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l"/>
                      <a:r>
                        <a:rPr sz="1800"/>
                        <a:t>Mobile-Friendly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Not designed for mobile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Mobile-first approach; better support for responsive design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1795">
                <a:tc>
                  <a:txBody>
                    <a:bodyPr/>
                    <a:p>
                      <a:pPr algn="l"/>
                      <a:r>
                        <a:rPr sz="1800"/>
                        <a:t>Browser Compatibility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Designed for older browsers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Designed for modern browsers; backward compatible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"/>
            <a:ext cx="10515600" cy="213995"/>
          </a:xfrm>
        </p:spPr>
        <p:txBody>
          <a:bodyPr>
            <a:normAutofit fontScale="90000"/>
          </a:bodyPr>
          <a:p>
            <a:pPr marL="514350" indent="-514350">
              <a:buAutoNum type="arabicPeriod"/>
            </a:pPr>
            <a:r>
              <a:rPr lang="en-US" sz="2800" b="1">
                <a:solidFill>
                  <a:srgbClr val="FF0000"/>
                </a:solidFill>
              </a:rPr>
              <a:t>Html Remaining Tags</a:t>
            </a:r>
            <a:endParaRPr lang="en-US" sz="28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35" y="210820"/>
          <a:ext cx="8719185" cy="6647815"/>
        </p:xfrm>
        <a:graphic>
          <a:graphicData uri="http://schemas.openxmlformats.org/drawingml/2006/table">
            <a:tbl>
              <a:tblPr/>
              <a:tblGrid>
                <a:gridCol w="2287905"/>
                <a:gridCol w="6431280"/>
              </a:tblGrid>
              <a:tr h="349885">
                <a:tc>
                  <a:txBody>
                    <a:bodyPr/>
                    <a:p>
                      <a:r>
                        <a:rPr sz="1800"/>
                        <a:t>Tag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Purpose / Suggestion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article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For standalone content (blogs, news articles, etc.)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section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To define thematic groups of content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/>
                        <a:t>main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Specifies the main content area of a page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figure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with figcaption for images, charts, etc.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figcaption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Caption for figure content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label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Label for input fields (important for accessibility)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button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For clickable buttons (not just input type="submit")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canvas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For drawing graphics with JavaScript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meta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metadata for the document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title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Title of the document (inside &lt;head&gt;)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head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Head section of HTML document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doctype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Declaration to define HTML version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 b="0">
                          <a:solidFill>
                            <a:srgbClr val="FF0000"/>
                          </a:solidFill>
                        </a:rPr>
                        <a:t>em</a:t>
                      </a:r>
                      <a:endParaRPr sz="1800" b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Emphasized text (semantic, unlike just i)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abbr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Abbreviations with full form on hover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kbd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Keyboard input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>
                          <a:solidFill>
                            <a:srgbClr val="FF0000"/>
                          </a:solidFill>
                        </a:rPr>
                        <a:t>samp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Sample output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 b="0">
                          <a:solidFill>
                            <a:srgbClr val="FF0000"/>
                          </a:solidFill>
                        </a:rPr>
                        <a:t>output</a:t>
                      </a:r>
                      <a:endParaRPr sz="1800" b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Output element for calculations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9885">
                <a:tc>
                  <a:txBody>
                    <a:bodyPr/>
                    <a:p>
                      <a:r>
                        <a:rPr sz="1800" b="0">
                          <a:solidFill>
                            <a:srgbClr val="FF0000"/>
                          </a:solidFill>
                        </a:rPr>
                        <a:t>address</a:t>
                      </a:r>
                      <a:endParaRPr sz="1800" b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Contact information block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8865235" y="365125"/>
            <a:ext cx="3181985" cy="6130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400"/>
              <a:t> &lt;aside&gt;</a:t>
            </a:r>
            <a:endParaRPr lang="en-US" altLang="en-US" sz="2400"/>
          </a:p>
          <a:p>
            <a:r>
              <a:rPr lang="en-US" altLang="en-US" sz="2400"/>
              <a:t> &lt;track&gt;  </a:t>
            </a:r>
            <a:endParaRPr lang="en-US" altLang="en-US" sz="2400"/>
          </a:p>
          <a:p>
            <a:r>
              <a:rPr lang="en-US" altLang="en-US" sz="2400"/>
              <a:t>&lt;embed&gt;</a:t>
            </a:r>
            <a:endParaRPr lang="en-US" altLang="en-US" sz="2400"/>
          </a:p>
          <a:p>
            <a:r>
              <a:rPr lang="en-US" altLang="en-US" sz="2400"/>
              <a:t> &lt;meter&gt; </a:t>
            </a:r>
            <a:endParaRPr lang="en-US" altLang="en-US" sz="2400"/>
          </a:p>
          <a:p>
            <a:r>
              <a:rPr lang="en-US" altLang="en-US" sz="2400"/>
              <a:t>&lt;template&gt;</a:t>
            </a:r>
            <a:endParaRPr lang="en-US" altLang="en-US" sz="24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725" y="0"/>
            <a:ext cx="11189335" cy="258445"/>
          </a:xfrm>
        </p:spPr>
        <p:txBody>
          <a:bodyPr>
            <a:noAutofit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Html5 New Tags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259080"/>
            <a:ext cx="12192635" cy="65995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1. &lt;meter&gt; Tag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Definition: The &lt;meter&gt; tag represents a scalar measurement within a known range, or a fractional value. It's used to show things like disk usage, quiz scores, or battery levels.   Use: To display a value on a fixed scale, typically representing progress, strength, or a score out of a known maximum and minimum value.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2. &lt;template&gt; Tag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Definition: The &lt;template&gt; tag is used to hold client-side content that is not rendered when the page loads. Instead, it can be activated using JavaScript.   Use: To store reusable content fragments that can be inserted dynamically into the document, such as repeating UI components.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3. &lt;kbd&gt; Tag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Definition: The &lt;kbd&gt; tag represents user input, typically keyboard input.  Use: To indicate what the user should type, like keyboard shortcuts or command-line instructions.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4. &lt;figure&gt; Tag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Definition: The &lt;figure&gt; tag is used to wrap self-contained content like images, diagrams, illustrations, or code blocks that are referenced in the main content.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Use: To semantically group media and its caption, often with the &lt;figcaption&gt; tag, and allow it to be moved independently of the main flow of the document.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5. &lt;figcaption&gt; Tag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Definition: The &lt;figcaption&gt; tag is used to provide a caption or description for the content inside a &lt;figure&gt; tag.    Use: To label or explain the content within a &lt;figure&gt;, enhancing accessibility and context.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6. &lt;samp&gt; Tag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Definition: The &lt;samp&gt; tag is used to represent sample output from a computer program or system.    Use: To display output text from code, commands, or other system processes, making it distinct from regular content.</a:t>
            </a:r>
            <a:endParaRPr lang="en-US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0175"/>
            <a:ext cx="12192635" cy="672782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html -&gt;it is paired tag and it is starting tag of html language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html tags have some child tag in that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1)head    2 )script  3)style   4)title 5)meta   6)body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head -&gt;it is also paied and use for heading on web page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body -&gt;it is paired tag and this tag have multiple/so much child tag....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h1 to h6 this all the child of body tag.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heading tags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1)h1 to h6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i)it all the heading tag which is used for add heading or text on the web page and every tag change his font formating on his size.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1)h1 2)h2 3)h3 4)h4 5)h5 6)h6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2)p -&gt;it is paragraph tag and which is used for add paragarph on the web page....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&lt;html&gt;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&lt;title&gt; FroEndBAtch&lt;/title&gt;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&lt;body&gt;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&lt;h1&gt;C&lt;/h1&gt;    &lt;h2&gt;CPP&lt;/h2&gt; &lt;h3&gt; JAVA&lt;/h3&gt;  &lt;h4&gt; Python&lt;/h4&gt;  &lt;h5&gt; PHP&lt;/h5&gt;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&lt;h6&gt; Spring And Spring Boot&lt;/h6&gt;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&lt;p&gt; hii this is Froend End Batch  in that we learn html,css,js and react.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what is html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236960" cy="322580"/>
          </a:xfrm>
        </p:spPr>
        <p:txBody>
          <a:bodyPr>
            <a:normAutofit fontScale="90000"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Introduction Of Html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322580"/>
            <a:ext cx="12103735" cy="65360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400">
                <a:sym typeface="+mn-ea"/>
              </a:rPr>
              <a:t>1)html is a hypertext markup language which is designed and developed by "Tim Berners lee" 1995 now aquaired by www(w3) organazation.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2)hypertext is that text trasfered into the internet or cilent server/browser called as hypertext .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3)markup langauge is language that code written into the tag called markup language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4)html is free and 100% error free markup language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5)html is client side technology which run on any browser for that no required server for executio.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6)html we can run on chrome,edge,safari mozilla,internet any browser..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7)html is easy to learn and understand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8)the extension of html file is .html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9)for html no prerequisite have knowledg of any technology/programming language...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10)there are 2 types of technology server side/client side techology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example of cilent -&gt;html/xml/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server side technology -&gt;jsp,asp,spring,servet -&gt;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11)html is a interpreted markup language which interprete are alreday installed into the browser and html interpreter convert the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html source code into machine by using html interprerter machine(binary/low level code)...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12)html is used for create/design web page structrue not complete web application.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13)in html we have study in 70+ tag including html+html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14) we can run the html code on basic software like as notepad (no required high recomanded software installation for html)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&lt;/p&gt;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&lt;a href="SecondDay.html"&gt;Go To Second Day Web Page&lt;/a&gt;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&lt;/body&gt;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>
                <a:sym typeface="+mn-ea"/>
              </a:rPr>
              <a:t>&lt;/html&gt;</a:t>
            </a:r>
            <a:endParaRPr lang="en-US" altLang="en-US" sz="1400"/>
          </a:p>
          <a:p>
            <a:pPr marL="0" indent="0">
              <a:buNone/>
            </a:pPr>
            <a:endParaRPr lang="en-US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85" y="503555"/>
            <a:ext cx="12031980" cy="6256655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&lt;!--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1)a -&gt;it is paired tag and which is used for navigate one page to another web page using a tag we can go/navigate one page to second page we can create menus using a tag...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2)strong  -&gt;</a:t>
            </a:r>
            <a:r>
              <a:rPr lang="en-US" altLang="en-US" sz="1800" b="1" i="1" u="sng"/>
              <a:t>paired </a:t>
            </a:r>
            <a:r>
              <a:rPr lang="en-US" altLang="en-US" sz="1800"/>
              <a:t>&lt;strong&gt; &lt;/strong&gt;  -&gt;add strong formating on the web page or text // or paragrapaph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3) strike -&gt;paired and use for add strike format on the web page text...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4) img  -&gt;unpaired tag.  &lt;img&gt;  which is used for add image on web page.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5)b/u/i -&gt;paired tag -&gt;which is used for change the foramting of text/paragrpah on web page you can add single line or multiple line text.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u -&gt;it is used for underline to the text on web page.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 -&gt;which is used for add italic text effect on the web page.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6) hr -&gt;unpaied tag and used for add horizontal line on the web page.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br -&gt;unpaired tag -&gt;use for break the line 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7) mark   -&gt; paired tag which is used for highlight the text or mark the text on web page...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8)select  -&gt;paired tag which is used for create the option list on the web page ...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9)option  -&gt;it is a paired and option tag is the child tag of select tag.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a,strong,strike,img,b/u/i,br,mark,select,option,hr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--&gt;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635" cy="68580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&lt;html&gt;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&lt;body&gt;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&lt;h3&gt; &lt;marquee direction="right" behavior="slide" loop="2" scrollamount="50"&gt; Full Stack Java &lt;/marquee&gt; &lt;/h3&gt;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&lt;h3&gt; &lt;marquee direction="right" behavior="scroll"&gt; Full Stack Java &lt;/marquee&gt; &lt;/h3&gt;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&lt;a href="firstday.html"&gt; Go First Day Web Page&lt;/a&gt;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&lt;p&gt;Select Your Course:&lt;/p&gt;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&lt;select name="" id="" required 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&lt;option value="C"&gt;C&lt;/option&gt;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&lt;option value="CPP"&gt;CPP&lt;/option&gt;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&lt;option value="JAVA"&gt;JAVA&lt;/option&gt;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&lt;option value="hibernate"&gt;hibernate&lt;/option&gt;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&lt;option value="Spring Boot"&gt;Spring Boot&lt;/option&gt;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&lt;option value="React"&gt;React&lt;/option&gt;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&lt;/select&gt;&lt;p&gt; &lt;b&gt;  In Front End &lt;strike&gt; Batch We &lt;/strike&gt; have Started &lt;mark&gt; Html &lt;/mark&gt; Markup Language. &lt;/b&gt; 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&lt;h3&gt; This is Paragarph Info&lt;/h3&gt;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&lt;hr&gt;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&lt;img  align="right" src="C:\Users\UV-user\Downloads\mahadev.jpg" height="250" width="250" style="border-radius: 10px;"&gt;  &lt;br&gt; &lt;br&gt;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&lt;img src="C:\Users\UV-user\Downloads\download.jpeg" 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&lt;hr&gt;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" y="723900"/>
            <a:ext cx="10515600" cy="613410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&lt;p&gt;Ans: final is an access modifier, it &lt;br&gt; can be used with class, it's data members, methods and also with &lt;strong&gt;  local variable. &lt;/strong&gt;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	&lt;hr&gt;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Final data member is &lt;strike&gt;  constant. &lt;/strike&gt; Final local variables also constant. Final method can not be overridden in child &lt;b&gt; class. &lt;/b&gt;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Final class prevents from inheritance.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&lt;u&gt; Finally: it block &lt;br&gt; for exception  &lt;br&gt;handling, it executes fot any  &lt;/u&gt;conditions such, normally terminate or abnormally terminated.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Finalize: it is method from Object. It will be called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&lt;i&gt;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automatically, when object is cleared by the Garbage collector. &lt;/i&gt;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&lt;hr&gt;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&lt;/p&gt;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&lt;/body&gt;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&lt;/html&gt;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3970"/>
            <a:ext cx="12192635" cy="4095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html marquee Attribute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-1270" y="395605"/>
          <a:ext cx="12193905" cy="1706880"/>
        </p:xfrm>
        <a:graphic>
          <a:graphicData uri="http://schemas.openxmlformats.org/drawingml/2006/table">
            <a:tbl>
              <a:tblPr/>
              <a:tblGrid>
                <a:gridCol w="3024505"/>
                <a:gridCol w="4093210"/>
                <a:gridCol w="5076190"/>
              </a:tblGrid>
              <a:tr h="243840">
                <a:tc>
                  <a:txBody>
                    <a:bodyPr/>
                    <a:p>
                      <a:pPr algn="ctr"/>
                      <a:r>
                        <a:rPr sz="1600" b="0"/>
                        <a:t>Attribute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Description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Values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pPr algn="ctr"/>
                      <a:r>
                        <a:rPr sz="1600" b="0"/>
                        <a:t>behavior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Defines how the marquee scrolls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scroll, slide, alternate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pPr algn="ctr"/>
                      <a:r>
                        <a:rPr sz="1600" b="0"/>
                        <a:t>direction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Direction of scroll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left, right, up, down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pPr algn="ctr"/>
                      <a:r>
                        <a:rPr sz="1600" b="0"/>
                        <a:t>scrollamount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Speed of scroll (higher = faster)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Numeric (e.g. 5, 10)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pPr algn="ctr"/>
                      <a:r>
                        <a:rPr sz="1600" b="0"/>
                        <a:t>loop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How many times it should loop (-1 or infinite)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Numeric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pPr algn="ctr"/>
                      <a:r>
                        <a:rPr sz="1600" b="0"/>
                        <a:t>bgcolor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Background color (deprecated as well)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Any color ("red", #ccc)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pPr algn="ctr"/>
                      <a:r>
                        <a:rPr sz="1600" b="0"/>
                        <a:t>height / width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Dimensions of marquee area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/>
                        <a:t>In px or %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952500" y="2590800"/>
          <a:ext cx="10287000" cy="4267200"/>
        </p:xfrm>
        <a:graphic>
          <a:graphicData uri="http://schemas.openxmlformats.org/drawingml/2006/table">
            <a:tbl>
              <a:tblPr/>
              <a:tblGrid>
                <a:gridCol w="2880995"/>
                <a:gridCol w="7406005"/>
              </a:tblGrid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Attribute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Description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type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Specifies the type of input (text, email, password, etc.)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name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Name of the input (used when submitting form data)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value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Default or current value of the input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placeholder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Text shown in input when it's empty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id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Unique identifier for the input (used with &lt;label for=""&gt;)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class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Adds a class name for styling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style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Inline CSS styling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disabled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Disables the input field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readonly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Makes input read-only (can't edit but visible)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required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Makes the field required before form submission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autocomplete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Enables or disables auto-fill (on, off)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autofocus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Automatically focuses the input on page load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form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0">
                          <a:latin typeface="Cambria" panose="02040503050406030204" charset="0"/>
                          <a:cs typeface="Cambria" panose="02040503050406030204" charset="0"/>
                        </a:rPr>
                        <a:t>Links input to a form by form ID (even outside form tag)</a:t>
                      </a:r>
                      <a:endParaRPr sz="2000" b="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952500" y="2102485"/>
            <a:ext cx="102876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400" b="1" dirty="0">
                <a:solidFill>
                  <a:srgbClr val="FF0000"/>
                </a:solidFill>
                <a:sym typeface="+mn-ea"/>
              </a:rPr>
              <a:t>html input Attribute</a:t>
            </a:r>
            <a:endParaRPr lang="en-US" sz="24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0" y="0"/>
          <a:ext cx="5928360" cy="2317750"/>
        </p:xfrm>
        <a:graphic>
          <a:graphicData uri="http://schemas.openxmlformats.org/drawingml/2006/table">
            <a:tbl>
              <a:tblPr/>
              <a:tblGrid>
                <a:gridCol w="1586865"/>
                <a:gridCol w="4341495"/>
              </a:tblGrid>
              <a:tr h="463550"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Attribute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Description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63550"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maxlength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Max number of characters allowed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63550"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minlength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Min number of characters required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63550"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pattern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Regular expression pattern for validation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63550"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size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Visible width of input in characters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299085" y="3677285"/>
          <a:ext cx="10821670" cy="2118360"/>
        </p:xfrm>
        <a:graphic>
          <a:graphicData uri="http://schemas.openxmlformats.org/drawingml/2006/table">
            <a:tbl>
              <a:tblPr/>
              <a:tblGrid>
                <a:gridCol w="2907030"/>
                <a:gridCol w="7914640"/>
              </a:tblGrid>
              <a:tr h="35306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Attribute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Description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06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formaction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URL to submit form to (overrides form’s action)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06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formenctype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Form encoding (like multipart/form-data)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06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formmethod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HTTP method (get or post)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06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formtarget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Target window (_blank, _self)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5306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formnovalidate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Skips validation on submit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20650" y="3060700"/>
            <a:ext cx="111785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 b="1">
                <a:solidFill>
                  <a:srgbClr val="FF0000"/>
                </a:solidFill>
              </a:rPr>
              <a:t>Form Action Method</a:t>
            </a:r>
            <a:endParaRPr 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65" y="635"/>
            <a:ext cx="11980545" cy="6857365"/>
          </a:xfrm>
        </p:spPr>
        <p:txBody>
          <a:bodyPr>
            <a:normAutofit fontScale="55000"/>
          </a:bodyPr>
          <a:p>
            <a:pPr marL="0" indent="0">
              <a:buNone/>
            </a:pPr>
            <a:r>
              <a:rPr lang="en-US" altLang="en-US"/>
              <a:t>&lt;!--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day3 -&gt;marquee -&gt;it is paired tag .which is used for add marquee formaiting on the web page..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audio-&gt; it is paired tag and which is used for add audio/song on the web page..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video -&gt;it is paired tag and which is used for add audio/song on the web page..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source,  it is unpaired tag and it is the child tag of audio and video tag.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datalist , -&gt;it is paired tag which is used for add data list on web page.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&lt;html&gt;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&lt;body&gt;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&lt;h3&gt; &lt;marquee behavior="scroll" direction="up" scrollamount="20" bgcolor="pink" height="250" width="550"&gt;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day3 -&gt;marquee -&gt;it is paired tag .which is used for add marquee formaiting on the web page..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audio,video,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source,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input[text,password,email,number,tel,url,date,time,month,week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checkbox,radio,range,color,file,hidden,submit],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datalist ,  -&gt;it is paired tag which is used for show searching list  or datalist on the web page . in that input attribute list and datalist id attribute must be /should be same.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details,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summary. &lt;/marquee&gt; &lt;/h3&gt;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&lt;hr&gt;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05" y="635"/>
            <a:ext cx="12101195" cy="685736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400"/>
              <a:t>&lt;audio controls&gt;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&lt;source src="C:\JavaRecordings\CoreJava\Arrays2\video1488398319.mp4" &gt;	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&lt;/audio&gt;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&lt;video controls height="500" width="500"&gt;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&lt;source src="C:\JavaRecordings\CoreJava\Arrays2\video1488398319.mp4" 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&lt;/video&gt; 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&lt;hr&gt;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&lt;h3&gt; Searching List&lt;/h3&gt;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&lt;input type="text" list="langauge"&gt;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&lt;datalist id="langauge"&gt;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&lt;option&gt;C&lt;/option&gt;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&lt;option&gt;CPP&lt;/option&gt;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&lt;option&gt;JAVa&lt;/option&gt;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&lt;option&gt;PHP&lt;/option&gt;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&lt;option&gt;C#&lt;/option&gt;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&lt;option&gt;HTML&lt;/option&gt;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&lt;option&gt;Spring&lt;/option&gt;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&lt;option&gt;Angular&lt;/option&gt;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&lt;/datalist&gt;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&lt;/body&gt;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&lt;/html&gt;</a:t>
            </a:r>
            <a:endParaRPr lang="en-US" alt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45" y="330835"/>
            <a:ext cx="10791190" cy="6527165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&lt;!--   input -&gt; unpaired tag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---------------------------------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i)input tag is used for takin data or input form user/client ...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day4 -&gt; input[text,password,email,number,tel,url,date,time,month,week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checkbox,radio,range,color,file,hidden,submit],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details, summary. -&gt;it is paired tag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summary tag is child tag of details tag .details and summary tag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is used for add summary on web page of data/text info..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--&gt;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95250"/>
            <a:ext cx="10515600" cy="65830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400"/>
              <a:t>&lt;html&gt;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&lt;head&gt;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&lt;/head&gt;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&lt;script&gt;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let var=document.getElementByName("myname").value;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&lt;/script&gt;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&lt;style&gt;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#mydata{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	height: 50px;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	width: 150px;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	background-color: yellow;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}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.mypass{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	text-align: center;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	background-color: orange;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	height: 40px;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	width: 350px;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	border-radius: 20px;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	}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&lt;/style&gt;</a:t>
            </a:r>
            <a:endParaRPr lang="en-US" altLang="en-US" sz="1400"/>
          </a:p>
          <a:p>
            <a:pPr marL="0" indent="0">
              <a:buNone/>
            </a:pPr>
            <a:endParaRPr lang="en-US" alt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155" y="0"/>
            <a:ext cx="10515600" cy="278130"/>
          </a:xfrm>
        </p:spPr>
        <p:txBody>
          <a:bodyPr>
            <a:noAutofit/>
          </a:bodyPr>
          <a:p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355" y="278130"/>
            <a:ext cx="11906885" cy="64490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&lt;body&gt;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&lt;details&gt;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&lt;summary&gt;What is Html&lt;/summary&gt; 		&lt;p&gt;html is a Hypertext Markup langauge designed and developed by tim berneers lee in 1995 now aquired by w3..&lt;/p&gt;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&lt;/details&gt;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&lt;details&gt;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&lt;summary&gt;What is Java&lt;/summary&gt; 		&lt;p&gt; &lt;b&gt; Java &lt;/b&gt; is a high level prorammin langaguge designed and developed by james gosing and his team year 1992 location sunmicrosystem now aquired by oracle..&lt;/p&gt;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&lt;/details&gt;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&lt;details&gt;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&lt;summary&gt;What is Html&lt;/summary&gt; 		&lt;p&gt;html is a Hypertext Markup langauge designed and developed by tim berneers lee in 1995 now aquired by w3..&lt;/p&gt;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&lt;/details&gt;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&lt;details&gt;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&lt;summary&gt;What is Java&lt;/summary&gt; 		&lt;p&gt; &lt;b&gt; Java &lt;/b&gt; is a high level prorammin langaguge designed and developed by james gosing and his team year 1992 location sunmicrosystem now aquired by oracle..&lt;/p&gt;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&lt;/details&gt;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		&lt;details&gt;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&lt;summary&gt;What is Html&lt;/summary&gt;		&lt;p&gt;html is a Hypertext Markup langauge designed and developed by tim berneers lee in 1995 now aquired by w3..&lt;/p&gt;</a:t>
            </a:r>
            <a:endParaRPr lang="en-US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49580"/>
          </a:xfrm>
        </p:spPr>
        <p:txBody>
          <a:bodyPr/>
          <a:p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49580"/>
            <a:ext cx="11715115" cy="623697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&lt;/details&gt;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&lt;details&gt;			&lt;summary&gt;What is Java&lt;/summary&gt;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	&lt;p&gt; &lt;b&gt; Java &lt;/b&gt; is a high level prorammin langaguge designed and developed by james gosing and his team year 1992 location sunmicrosystem now aquired by oracle..&lt;/p&gt;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&lt;/details&gt;    	&lt;hr&gt;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type="text" name="" maxlength="10" minlength="2" pattern=""  size="100"&gt; 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type="text" name="" autocomplete="off"&gt; 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&lt;!-- 	&lt;form action="" method="post"&gt; 	&lt;input type="text" name="" required autofocus 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	&lt;input type="submit" value="Register" name=""&gt;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&lt;/form&gt;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--&gt;	&lt;input type="text" id="mydata" name="myname" value=""  placeholder="Enter Your Name"&gt; 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class="mypass" type="password" &gt;&lt;br&gt;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type="email" style="text-align: center; text-decoration: initial; border-color: blue; font-family: cursive; font-display: initial; color: ;" &gt;&lt;br&gt;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type="number" disabled&gt;&lt;br&gt; &lt;br&gt;    	&lt;input type="tel" readonly value="9863524170"&gt;&lt;br&gt;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type="url"&gt;&lt;br&gt; &lt;br&gt;   	&lt;input type="date"&gt;&lt;br&gt; &lt;br&gt;</a:t>
            </a:r>
            <a:endParaRPr lang="en-US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85" y="136525"/>
            <a:ext cx="11219815" cy="582930"/>
          </a:xfrm>
        </p:spPr>
        <p:txBody>
          <a:bodyPr/>
          <a:p>
            <a:r>
              <a:rPr lang="en-US" sz="2400" b="1">
                <a:solidFill>
                  <a:srgbClr val="FF0000"/>
                </a:solidFill>
              </a:rPr>
              <a:t>html input type tag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5" y="719455"/>
            <a:ext cx="11905615" cy="613918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	&lt;input type="time"&gt;&lt;br&gt;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type="month"&gt;&lt;br&gt;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type="week"&gt;&lt;br&gt;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type="checkbox"&gt; Cricket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type="checkbox"&gt; Swimming  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type="radio" name="gender"&gt; male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type="radio" name="gender"&gt; Female 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type="range"&gt; 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type="color"&gt; 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type="file"&gt; 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type="hidden"&gt;&lt;br&gt;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	&lt;input type="submit"&gt;&lt;br&gt; &lt;br&gt;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&lt;/body&gt;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&lt;/html&gt;</a:t>
            </a:r>
            <a:endParaRPr lang="en-US" altLang="en-US" sz="1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60*493"/>
  <p:tag name="TABLE_ENDDRAG_RECT" val="0*38*960*493"/>
</p:tagLst>
</file>

<file path=ppt/tags/tag2.xml><?xml version="1.0" encoding="utf-8"?>
<p:tagLst xmlns:p="http://schemas.openxmlformats.org/presentationml/2006/main">
  <p:tag name="TABLE_ENDDRAG_ORIGIN_RECT" val="686*523"/>
  <p:tag name="TABLE_ENDDRAG_RECT" val="0*16*686*523"/>
</p:tagLst>
</file>

<file path=ppt/tags/tag3.xml><?xml version="1.0" encoding="utf-8"?>
<p:tagLst xmlns:p="http://schemas.openxmlformats.org/presentationml/2006/main">
  <p:tag name="TABLE_ENDDRAG_ORIGIN_RECT" val="960*113"/>
  <p:tag name="TABLE_ENDDRAG_RECT" val="0*31*960*113"/>
</p:tagLst>
</file>

<file path=ppt/tags/tag4.xml><?xml version="1.0" encoding="utf-8"?>
<p:tagLst xmlns:p="http://schemas.openxmlformats.org/presentationml/2006/main">
  <p:tag name="TABLE_ENDDRAG_ORIGIN_RECT" val="810*279"/>
  <p:tag name="TABLE_ENDDRAG_RECT" val="0*213*810*279"/>
</p:tagLst>
</file>

<file path=ppt/tags/tag5.xml><?xml version="1.0" encoding="utf-8"?>
<p:tagLst xmlns:p="http://schemas.openxmlformats.org/presentationml/2006/main">
  <p:tag name="TABLE_ENDDRAG_ORIGIN_RECT" val="466*182"/>
  <p:tag name="TABLE_ENDDRAG_RECT" val="0*0*466*182"/>
</p:tagLst>
</file>

<file path=ppt/tags/tag6.xml><?xml version="1.0" encoding="utf-8"?>
<p:tagLst xmlns:p="http://schemas.openxmlformats.org/presentationml/2006/main">
  <p:tag name="TABLE_ENDDRAG_ORIGIN_RECT" val="959*166"/>
  <p:tag name="TABLE_ENDDRAG_RECT" val="0*209*960*16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14920</Words>
  <Application>WPS Presentation</Application>
  <PresentationFormat>Widescreen</PresentationFormat>
  <Paragraphs>548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Cambria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Html And Html5 Difference</vt:lpstr>
      <vt:lpstr>Html Remaining Tags</vt:lpstr>
      <vt:lpstr>Html5 New Tags</vt:lpstr>
      <vt:lpstr>PowerPoint 演示文稿</vt:lpstr>
      <vt:lpstr>Introduction Of Html</vt:lpstr>
      <vt:lpstr>PowerPoint 演示文稿</vt:lpstr>
      <vt:lpstr>PowerPoint 演示文稿</vt:lpstr>
      <vt:lpstr>PowerPoint 演示文稿</vt:lpstr>
      <vt:lpstr>html marquee Attribute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html input type tag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marquee Attribute</dc:title>
  <dc:creator/>
  <cp:lastModifiedBy>Nishank Amte</cp:lastModifiedBy>
  <cp:revision>73</cp:revision>
  <dcterms:created xsi:type="dcterms:W3CDTF">2025-08-06T10:59:00Z</dcterms:created>
  <dcterms:modified xsi:type="dcterms:W3CDTF">2025-12-24T10:56:26Z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2372EB67D86740CAA9E41209F6F7D3D3_11</vt:lpwstr>
  </property>
  <property fmtid="{D5CDD505-2E9C-101B-9397-08002B2CF9AE}" pid="3" name="KSOProductBuildVer">
    <vt:lpwstr>1033-12.2.0.23155</vt:lpwstr>
  </property>
</Properties>
</file>