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980" y="0"/>
            <a:ext cx="10515600" cy="404495"/>
          </a:xfrm>
        </p:spPr>
        <p:txBody>
          <a:bodyPr>
            <a:normAutofit fontScale="90000"/>
          </a:bodyPr>
          <a:p>
            <a:r>
              <a:rPr lang="en-US" sz="2400"/>
              <a:t>Django Imp</a:t>
            </a:r>
            <a:endParaRPr lang="en-US" sz="2400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-268605" y="404495"/>
          <a:ext cx="13058140" cy="7680960"/>
        </p:xfrm>
        <a:graphic>
          <a:graphicData uri="http://schemas.openxmlformats.org/drawingml/2006/table">
            <a:tbl>
              <a:tblPr/>
              <a:tblGrid>
                <a:gridCol w="1892300"/>
                <a:gridCol w="4185920"/>
                <a:gridCol w="6979920"/>
              </a:tblGrid>
              <a:tr h="276860">
                <a:tc>
                  <a:txBody>
                    <a:bodyPr/>
                    <a:p>
                      <a:r>
                        <a:rPr sz="1800"/>
                        <a:t>Abbreviation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Tag / Code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Description / Use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6860">
                <a:tc>
                  <a:txBody>
                    <a:bodyPr/>
                    <a:p>
                      <a:r>
                        <a:rPr sz="1800"/>
                        <a:t>autoescape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{% autoescape %}{% endautoescape %}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Controls whether auto-escaping of variables is on or off.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6860">
                <a:tc>
                  <a:txBody>
                    <a:bodyPr/>
                    <a:p>
                      <a:r>
                        <a:rPr sz="1800"/>
                        <a:t>block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{% block %}{% endblock %}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Defines a block section in a template (used with inheritance).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6860">
                <a:tc>
                  <a:txBody>
                    <a:bodyPr/>
                    <a:p>
                      <a:r>
                        <a:rPr sz="1800"/>
                        <a:t>comment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{% comment %}{% endcomment %}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Adds a comment inside the template (not rendered).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6860">
                <a:tc>
                  <a:txBody>
                    <a:bodyPr/>
                    <a:p>
                      <a:r>
                        <a:rPr sz="1800"/>
                        <a:t>csrf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{% csrf_token %}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Adds CSRF protection token to forms.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6860">
                <a:tc>
                  <a:txBody>
                    <a:bodyPr/>
                    <a:p>
                      <a:r>
                        <a:rPr sz="1800"/>
                        <a:t>cycle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{% cycle %}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Cycles through given values each time it’s called.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6860">
                <a:tc>
                  <a:txBody>
                    <a:bodyPr/>
                    <a:p>
                      <a:r>
                        <a:rPr sz="1800"/>
                        <a:t>debug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{% debug %}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Displays template context for debugging.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6860">
                <a:tc>
                  <a:txBody>
                    <a:bodyPr/>
                    <a:p>
                      <a:r>
                        <a:rPr sz="1800"/>
                        <a:t>extends / ext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{% extends "base.html" %}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Inherits from another template file.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6860">
                <a:tc>
                  <a:txBody>
                    <a:bodyPr/>
                    <a:p>
                      <a:r>
                        <a:rPr sz="1800"/>
                        <a:t>filter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{% filter %}{% endfilter %}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Applies filters to enclosed block content.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6860">
                <a:tc>
                  <a:txBody>
                    <a:bodyPr/>
                    <a:p>
                      <a:r>
                        <a:rPr sz="1800"/>
                        <a:t>firstof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{% firstof a b c %}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Outputs the first variable that is not false.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6860">
                <a:tc>
                  <a:txBody>
                    <a:bodyPr/>
                    <a:p>
                      <a:r>
                        <a:rPr sz="1800"/>
                        <a:t>for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{% for item in list %}{% endfor %}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Loops through an iterable.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53720">
                <a:tc>
                  <a:txBody>
                    <a:bodyPr/>
                    <a:p>
                      <a:r>
                        <a:rPr sz="1800"/>
                        <a:t>fore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{% for item in list %}{% empty %}{% endfor %}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For loop with fallback when the list is empty.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6860">
                <a:tc>
                  <a:txBody>
                    <a:bodyPr/>
                    <a:p>
                      <a:r>
                        <a:rPr sz="1800"/>
                        <a:t>if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{% if condition %}{% endif %}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Conditional check.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6860">
                <a:tc>
                  <a:txBody>
                    <a:bodyPr/>
                    <a:p>
                      <a:r>
                        <a:rPr sz="1800"/>
                        <a:t>ife / ifelse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{% if %}{% else %}{% endif %}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Conditional check with else.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82600">
                <a:tc>
                  <a:txBody>
                    <a:bodyPr/>
                    <a:p>
                      <a:r>
                        <a:rPr sz="1800"/>
                        <a:t>ifchanged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{% ifchanged %}{% endifchanged %}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Renders block only if value has changed from previous loop iteration.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6860">
                <a:tc>
                  <a:txBody>
                    <a:bodyPr/>
                    <a:p>
                      <a:r>
                        <a:rPr sz="1800"/>
                        <a:t>include / inc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{% include "file.html" %}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Includes another template.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6860">
                <a:tc>
                  <a:txBody>
                    <a:bodyPr/>
                    <a:p>
                      <a:r>
                        <a:rPr sz="1800"/>
                        <a:t>load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{% load static %}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Loads a custom template tag library.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6860">
                <a:tc>
                  <a:txBody>
                    <a:bodyPr/>
                    <a:p>
                      <a:r>
                        <a:rPr sz="1800"/>
                        <a:t>now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{% now "Y-m-d" %}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Displays the current date/time.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6860">
                <a:tc>
                  <a:txBody>
                    <a:bodyPr/>
                    <a:p>
                      <a:r>
                        <a:rPr sz="1800"/>
                        <a:t>spaceless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{% spaceless %}{% endspaceless %}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Removes whitespace between HTML tags.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6860">
                <a:tc>
                  <a:txBody>
                    <a:bodyPr/>
                    <a:p>
                      <a:r>
                        <a:rPr sz="1800"/>
                        <a:t>static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{% static "path/file.css" %}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Resolves static file path.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6860">
                <a:tc>
                  <a:txBody>
                    <a:bodyPr/>
                    <a:p>
                      <a:r>
                        <a:rPr sz="1800"/>
                        <a:t>url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{% url 'name' %}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Generates URL for a view name.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6860">
                <a:tc>
                  <a:txBody>
                    <a:bodyPr/>
                    <a:p>
                      <a:r>
                        <a:rPr sz="1800"/>
                        <a:t>verbatim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{% verbatim %}{% endverbatim %}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Ignores template tags inside (useful for JS or Vue code).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6860">
                <a:tc>
                  <a:txBody>
                    <a:bodyPr/>
                    <a:p>
                      <a:r>
                        <a:rPr sz="1800"/>
                        <a:t>with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{% with var=value %}{% endwith %}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Assigns a variable within the block.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6860">
                <a:tc>
                  <a:txBody>
                    <a:bodyPr/>
                    <a:p>
                      <a:r>
                        <a:rPr sz="1800"/>
                        <a:t>trans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{% trans "Text" %}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Marks text for translation.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53720">
                <a:tc>
                  <a:txBody>
                    <a:bodyPr/>
                    <a:p>
                      <a:r>
                        <a:rPr sz="1800"/>
                        <a:t>blocktrans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{% blocktrans with var as name %}{% endblocktrans %}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Translation with variables.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853440" y="2758440"/>
          <a:ext cx="10485120" cy="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  <a:gridCol w="2621280"/>
              </a:tblGrid>
              <a:tr h="0">
                <a:tc>
                  <a:txBody>
                    <a:bodyPr/>
                    <a:p>
                      <a:r>
                        <a:rPr sz="1100"/>
                        <a:t>Abbreviation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Type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Code Example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Description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Form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Class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class MyForm(forms.Form):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Base class for creating forms.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ModelForm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Class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class MyForm(forms.ModelForm):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Form tied to a model.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iforms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Import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from django import forms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Imports the forms module.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ffi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Import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from .forms import &lt;local_forms&gt;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Imports forms from local app.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ipostgresff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Import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from django.contrib.postgres.forms import &lt;PostgresSQL_forms&gt;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Imports PostgreSQL-specific form fields.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clean_data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Method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def clean_&lt;fieldname&gt;(self):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Custom validation for form data.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/>
        </p:nvGraphicFramePr>
        <p:xfrm>
          <a:off x="565785" y="4455795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r>
                        <a:rPr sz="1100"/>
                        <a:t>Abbr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Code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Description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fchar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forms.CharField()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Text input field.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fint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forms.IntegerField()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Integer input field.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femail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forms.EmailField()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Email field with validation.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fdate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forms.DateField()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Date picker field.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fimg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forms.ImageField()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Image upload field.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furl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forms.URLField()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URL input field.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fjson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forms.JSONField()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JSON input field (PostgreSQL).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853440" y="2087880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r>
                        <a:rPr sz="1100"/>
                        <a:t>Abbreviation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Code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Description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mauto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models.AutoField()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Auto-incrementing primary key field.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mchar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models.CharField(max_length=...)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Character/text field with max length.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mtext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models.TextField()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Large text field.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memail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models.EmailField()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Email field with validation.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mint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models.IntegerField()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Integer field.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mdate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models.DateField()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Date-only field.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mdatetime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models.DateTimeField()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Date + time field.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mfile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models.FileField(upload_to=...)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File upload field.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mimg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models.ImageField(upload_to=...)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Image upload field.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mslug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models.SlugField()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Slug (URL-safe string).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murl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models.URLField()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URL field.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mfloat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models.FloatField()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Floating-point field.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fk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models.ForeignKey(Model, on_delete=models.CASCADE)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Many-to-one relation.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m2m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models.ManyToManyField(Model)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Many-to-many relation.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o2o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models.OneToOneField(Model, on_delete=models.CASCADE)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One-to-one relation.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853440" y="3093720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r>
                        <a:rPr sz="1100"/>
                        <a:t>Abbreviation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Tag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Description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mserializer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class MySerializer(serializers.ModelSerializer):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Serializer for model data.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mviewset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class MyViewSet(viewsets.ModelViewSet):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ViewSet for CRUD operations.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/>
                        <a:t>ronlymviewset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class MyViewSet(viewsets.ReadOnlyModelViewSet):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Read-only ViewSet (GET-only endpoints).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1028*604"/>
  <p:tag name="TABLE_ENDDRAG_RECT" val="-21*31*1028*60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3698</Words>
  <Application>WPS Presentation</Application>
  <PresentationFormat>Widescreen</PresentationFormat>
  <Paragraphs>376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Django Imp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Nishank Amte</cp:lastModifiedBy>
  <cp:revision>5</cp:revision>
  <dcterms:created xsi:type="dcterms:W3CDTF">2025-07-23T00:59:00Z</dcterms:created>
  <dcterms:modified xsi:type="dcterms:W3CDTF">2026-02-02T14:09:24Z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1331A96CE18C41798C7F82CE5295E17F_11</vt:lpwstr>
  </property>
  <property fmtid="{D5CDD505-2E9C-101B-9397-08002B2CF9AE}" pid="3" name="KSOProductBuildVer">
    <vt:lpwstr>1033-12.2.0.23196</vt:lpwstr>
  </property>
</Properties>
</file>