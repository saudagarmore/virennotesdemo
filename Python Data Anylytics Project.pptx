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7620" y="0"/>
            <a:ext cx="9144000" cy="240030"/>
          </a:xfrm>
        </p:spPr>
        <p:txBody>
          <a:bodyPr>
            <a:normAutofit fontScale="90000"/>
          </a:bodyPr>
          <a:p>
            <a:r>
              <a:rPr lang="en-US" sz="2000" b="1">
                <a:solidFill>
                  <a:srgbClr val="FF0000"/>
                </a:solidFill>
              </a:rPr>
              <a:t>Python Data Anylytics Project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995" y="239395"/>
            <a:ext cx="11963400" cy="6403975"/>
          </a:xfrm>
        </p:spPr>
        <p:txBody>
          <a:bodyPr>
            <a:normAutofit fontScale="90000" lnSpcReduction="20000"/>
          </a:bodyPr>
          <a:p>
            <a:pPr algn="l"/>
            <a:r>
              <a:rPr lang="en-US" sz="1800" b="1"/>
              <a:t>import nupy,pandas,matplotlib</a:t>
            </a:r>
            <a:endParaRPr lang="en-US" sz="1800" b="1"/>
          </a:p>
          <a:p>
            <a:pPr algn="l"/>
            <a:r>
              <a:rPr lang="en-US" sz="1800" b="1"/>
              <a:t>step1) Read The Csv</a:t>
            </a:r>
            <a:endParaRPr lang="en-US" sz="1800" b="1"/>
          </a:p>
          <a:p>
            <a:pPr algn="l"/>
            <a:r>
              <a:rPr lang="en-US" altLang="en-US" sz="1800"/>
              <a:t>df = pd.read_csv("Student.csv")</a:t>
            </a:r>
            <a:endParaRPr lang="en-US" altLang="en-US" sz="1800"/>
          </a:p>
          <a:p>
            <a:pPr algn="l"/>
            <a:r>
              <a:rPr lang="en-US" altLang="en-US" sz="1800"/>
              <a:t>df.head()</a:t>
            </a:r>
            <a:endParaRPr lang="en-US" altLang="en-US" sz="1800"/>
          </a:p>
          <a:p>
            <a:pPr algn="l"/>
            <a:r>
              <a:rPr lang="en-US" altLang="en-US" sz="1800" b="1"/>
              <a:t>1. What is the average Study Hours &amp; Marks?</a:t>
            </a:r>
            <a:endParaRPr lang="en-US" altLang="en-US" sz="1800" b="1"/>
          </a:p>
          <a:p>
            <a:pPr algn="l"/>
            <a:r>
              <a:rPr lang="en-US" altLang="en-US" sz="1800"/>
              <a:t>df["Study_Hours"].mean(), df["Marks"].mean()</a:t>
            </a:r>
            <a:endParaRPr lang="en-US" altLang="en-US" sz="1800"/>
          </a:p>
          <a:p>
            <a:pPr algn="l"/>
            <a:endParaRPr lang="en-US" altLang="en-US" sz="1800"/>
          </a:p>
          <a:p>
            <a:pPr algn="l"/>
            <a:r>
              <a:rPr lang="en-US" altLang="en-US" sz="1800" b="1"/>
              <a:t>2. Which student scored the highest marks?</a:t>
            </a:r>
            <a:endParaRPr lang="en-US" altLang="en-US" sz="1800" b="1"/>
          </a:p>
          <a:p>
            <a:pPr algn="l"/>
            <a:r>
              <a:rPr lang="en-US" altLang="en-US" sz="1800"/>
              <a:t>df.loc[df["Marks"].idxmax()]</a:t>
            </a:r>
            <a:endParaRPr lang="en-US" altLang="en-US" sz="1800"/>
          </a:p>
          <a:p>
            <a:pPr algn="l"/>
            <a:endParaRPr lang="en-US" altLang="en-US" sz="1800"/>
          </a:p>
          <a:p>
            <a:pPr algn="l"/>
            <a:r>
              <a:rPr lang="en-US" altLang="en-US" sz="1800" b="1"/>
              <a:t>3. Correlation between Study Hours and Marks</a:t>
            </a:r>
            <a:endParaRPr lang="en-US" altLang="en-US" sz="1800" b="1"/>
          </a:p>
          <a:p>
            <a:pPr algn="l"/>
            <a:r>
              <a:rPr lang="en-US" altLang="en-US" sz="1800"/>
              <a:t>df["Study_Hours"].corr(df["Marks"])</a:t>
            </a:r>
            <a:endParaRPr lang="en-US" altLang="en-US" sz="1800"/>
          </a:p>
          <a:p>
            <a:pPr algn="l"/>
            <a:endParaRPr lang="en-US" altLang="en-US" sz="1800"/>
          </a:p>
          <a:p>
            <a:pPr algn="l"/>
            <a:r>
              <a:rPr lang="en-US" altLang="en-US" sz="1800" b="1"/>
              <a:t>4. Plot Marks Distribution</a:t>
            </a:r>
            <a:endParaRPr lang="en-US" altLang="en-US" sz="1800" b="1"/>
          </a:p>
          <a:p>
            <a:pPr algn="l"/>
            <a:r>
              <a:rPr lang="en-US" altLang="en-US" sz="1800"/>
              <a:t>import matplotlib.pyplot as plt</a:t>
            </a:r>
            <a:endParaRPr lang="en-US" altLang="en-US" sz="1800"/>
          </a:p>
          <a:p>
            <a:pPr algn="l"/>
            <a:r>
              <a:rPr lang="en-US" altLang="en-US" sz="1800"/>
              <a:t>plt.hist(df["Marks"], bins=10, color="orange", edgecolor="black")</a:t>
            </a:r>
            <a:endParaRPr lang="en-US" altLang="en-US" sz="1800"/>
          </a:p>
          <a:p>
            <a:pPr algn="l"/>
            <a:r>
              <a:rPr lang="en-US" altLang="en-US" sz="1800"/>
              <a:t>plt.title("Marks Distribution")</a:t>
            </a:r>
            <a:endParaRPr lang="en-US" altLang="en-US" sz="1800"/>
          </a:p>
          <a:p>
            <a:pPr algn="l"/>
            <a:r>
              <a:rPr lang="en-US" altLang="en-US" sz="1800"/>
              <a:t>plt.xlabel("Marks")</a:t>
            </a:r>
            <a:endParaRPr lang="en-US" altLang="en-US" sz="1800"/>
          </a:p>
          <a:p>
            <a:pPr algn="l"/>
            <a:r>
              <a:rPr lang="en-US" altLang="en-US" sz="1800"/>
              <a:t>plt.ylabel("Frequency")</a:t>
            </a:r>
            <a:endParaRPr lang="en-US" altLang="en-US" sz="1800"/>
          </a:p>
          <a:p>
            <a:pPr algn="l"/>
            <a:r>
              <a:rPr lang="en-US" altLang="en-US" sz="1800"/>
              <a:t>plt.show()</a:t>
            </a:r>
            <a:endParaRPr lang="en-US" altLang="en-US" sz="1800"/>
          </a:p>
          <a:p>
            <a:pPr algn="l"/>
            <a:endParaRPr lang="en-US" altLang="en-US" sz="1800"/>
          </a:p>
          <a:p>
            <a:pPr algn="l"/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86995"/>
            <a:ext cx="5781040" cy="654113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95" b="1"/>
              <a:t>5. Top 5 Students (Highest Marks)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df.nlargest(5, "Marks")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 b="1"/>
              <a:t>6. Which Study_Hours group has the highest average marks?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(Analyze using groupby)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group_avg = df.groupby("Study_Hours")["Marks"].mean()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print(group_avg)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# Plot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group_avg.plot(kind="bar", color="skyblue", figsize=(8,5))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plt.title("Average Marks by Study Hours")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plt.xlabel("Study Hours")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plt.ylabel("Average Marks")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plt.grid(axis='y')</a:t>
            </a:r>
            <a:endParaRPr lang="en-US" altLang="en-US" sz="1895"/>
          </a:p>
          <a:p>
            <a:pPr marL="0" indent="0">
              <a:buNone/>
            </a:pPr>
            <a:r>
              <a:rPr lang="en-US" altLang="en-US" sz="1895"/>
              <a:t>plt.show()</a:t>
            </a:r>
            <a:endParaRPr lang="en-US" altLang="en-US" sz="1895"/>
          </a:p>
          <a:p>
            <a:pPr marL="0" indent="0">
              <a:buNone/>
            </a:pPr>
            <a:endParaRPr lang="en-US" altLang="en-US" sz="1895"/>
          </a:p>
        </p:txBody>
      </p:sp>
      <p:sp>
        <p:nvSpPr>
          <p:cNvPr id="4" name="Text Box 3"/>
          <p:cNvSpPr txBox="1"/>
          <p:nvPr/>
        </p:nvSpPr>
        <p:spPr>
          <a:xfrm>
            <a:off x="5781040" y="86995"/>
            <a:ext cx="6410960" cy="6450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b="1">
                <a:sym typeface="+mn-ea"/>
              </a:rPr>
              <a:t>Q7. Show the number of students scoring in intervals (0–20, 21–40, 41–60, etc.)</a:t>
            </a:r>
            <a:endParaRPr lang="en-US" altLang="en-US" b="1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(Uses pd.cut + Matplotlib)</a:t>
            </a:r>
            <a:endParaRPr lang="en-US" altLang="en-US"/>
          </a:p>
          <a:p>
            <a:r>
              <a:rPr lang="en-US" altLang="en-US">
                <a:sym typeface="+mn-ea"/>
              </a:rPr>
              <a:t>bins = [0,20,40,60,80,100]</a:t>
            </a:r>
            <a:endParaRPr lang="en-US" altLang="en-US"/>
          </a:p>
          <a:p>
            <a:r>
              <a:rPr lang="en-US" altLang="en-US">
                <a:sym typeface="+mn-ea"/>
              </a:rPr>
              <a:t>labels = ["0-20","21-40","41-60","61-80","81-100"]</a:t>
            </a:r>
            <a:endParaRPr lang="en-US" altLang="en-US"/>
          </a:p>
          <a:p>
            <a:r>
              <a:rPr lang="en-US" altLang="en-US">
                <a:sym typeface="+mn-ea"/>
              </a:rPr>
              <a:t>df["Mark_Range"] = pd.cut(df["Marks"], bins=bins, labels=labels)</a:t>
            </a:r>
            <a:endParaRPr lang="en-US" altLang="en-US"/>
          </a:p>
          <a:p>
            <a:r>
              <a:rPr lang="en-US" altLang="en-US">
                <a:sym typeface="+mn-ea"/>
              </a:rPr>
              <a:t>count_range = df["Mark_Range"].value_counts().sort_index()</a:t>
            </a:r>
            <a:endParaRPr lang="en-US" altLang="en-US"/>
          </a:p>
          <a:p>
            <a:r>
              <a:rPr lang="en-US" altLang="en-US">
                <a:sym typeface="+mn-ea"/>
              </a:rPr>
              <a:t>print(count_range)</a:t>
            </a:r>
            <a:endParaRPr lang="en-US" altLang="en-US"/>
          </a:p>
          <a:p>
            <a:r>
              <a:rPr lang="en-US" altLang="en-US">
                <a:sym typeface="+mn-ea"/>
              </a:rPr>
              <a:t># Plot</a:t>
            </a:r>
            <a:endParaRPr lang="en-US" altLang="en-US"/>
          </a:p>
          <a:p>
            <a:r>
              <a:rPr lang="en-US" altLang="en-US">
                <a:sym typeface="+mn-ea"/>
              </a:rPr>
              <a:t>count_range.plot(kind="bar", color="green", figsize=(7,4))</a:t>
            </a:r>
            <a:endParaRPr lang="en-US" altLang="en-US"/>
          </a:p>
          <a:p>
            <a:r>
              <a:rPr lang="en-US" altLang="en-US">
                <a:sym typeface="+mn-ea"/>
              </a:rPr>
              <a:t>plt.title("Marks Distribution by Range")</a:t>
            </a:r>
            <a:endParaRPr lang="en-US" altLang="en-US"/>
          </a:p>
          <a:p>
            <a:r>
              <a:rPr lang="en-US" altLang="en-US">
                <a:sym typeface="+mn-ea"/>
              </a:rPr>
              <a:t>plt.xlabel("Marks Range")</a:t>
            </a:r>
            <a:endParaRPr lang="en-US" altLang="en-US"/>
          </a:p>
          <a:p>
            <a:r>
              <a:rPr lang="en-US" altLang="en-US">
                <a:sym typeface="+mn-ea"/>
              </a:rPr>
              <a:t>plt.ylabel("Number of Students")</a:t>
            </a:r>
            <a:endParaRPr lang="en-US" altLang="en-US"/>
          </a:p>
          <a:p>
            <a:r>
              <a:rPr lang="en-US" altLang="en-US">
                <a:sym typeface="+mn-ea"/>
              </a:rPr>
              <a:t>plt.show()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330"/>
            <a:ext cx="11983085" cy="6757670"/>
          </a:xfrm>
        </p:spPr>
        <p:txBody>
          <a:bodyPr>
            <a:noAutofit/>
          </a:bodyPr>
          <a:p>
            <a:pPr marL="0" indent="0">
              <a:buNone/>
            </a:pP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6196330" y="786765"/>
            <a:ext cx="5786755" cy="4955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 b="1">
                <a:sym typeface="+mn-ea"/>
              </a:rPr>
              <a:t>9. Find and plot the 10 students with the lowest marks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(Uses nsmallest + horizontal bar chart)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lowest_10 = df.nsmallest(10, "Marks")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print(lowest_10)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lowest_10.plot(x="Student", y="Marks", kind="barh", color="red", figsize=(8,5))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plt.title("Bottom 10 Students by Marks")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plt.xlabel("Marks")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plt.ylabel("Student")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plt.show()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0330" y="281940"/>
            <a:ext cx="5996305" cy="6151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 b="1">
                <a:sym typeface="+mn-ea"/>
              </a:rPr>
              <a:t>8. Plot a scatter graph comparing Study Hours vs Marks WITH a trend line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(Matplotlib + NumPy polyfit)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plt.scatter(df["Study_Hours"], df["Marks"], color="purple")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# Trendline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m, b = np.polyfit(df["Study_Hours"], df["Marks"], 1)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plt.plot(df["Study_Hours"], m*df["Study_Hours"] + b, color="black")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plt.title("Study Hours vs Marks with Trend Line")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plt.xlabel("Study Hours")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plt.ylabel("Marks")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plt.grid(True)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>
                <a:sym typeface="+mn-ea"/>
              </a:rPr>
              <a:t>plt.show()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63830" y="103505"/>
            <a:ext cx="6285865" cy="6269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b="1">
                <a:sym typeface="+mn-ea"/>
              </a:rPr>
              <a:t>10. Count how many unique last names exist and plot their frequencies</a:t>
            </a:r>
            <a:endParaRPr lang="en-US" altLang="en-US"/>
          </a:p>
          <a:p>
            <a:r>
              <a:rPr lang="en-US" altLang="en-US">
                <a:sym typeface="+mn-ea"/>
              </a:rPr>
              <a:t>(Uses pandas string operations)</a:t>
            </a:r>
            <a:endParaRPr lang="en-US" altLang="en-US"/>
          </a:p>
          <a:p>
            <a:r>
              <a:rPr lang="en-US" altLang="en-US">
                <a:sym typeface="+mn-ea"/>
              </a:rPr>
              <a:t># Extract last names</a:t>
            </a:r>
            <a:endParaRPr lang="en-US" altLang="en-US"/>
          </a:p>
          <a:p>
            <a:r>
              <a:rPr lang="en-US" altLang="en-US">
                <a:sym typeface="+mn-ea"/>
              </a:rPr>
              <a:t>df["Last_Name"] = df["Student"].apply(lambda x: x.split(" ")[1])</a:t>
            </a:r>
            <a:endParaRPr lang="en-US" altLang="en-US"/>
          </a:p>
          <a:p>
            <a:r>
              <a:rPr lang="en-US" altLang="en-US">
                <a:sym typeface="+mn-ea"/>
              </a:rPr>
              <a:t>last_name_counts = df["Last_Name"].value_counts()</a:t>
            </a:r>
            <a:endParaRPr lang="en-US" altLang="en-US"/>
          </a:p>
          <a:p>
            <a:r>
              <a:rPr lang="en-US" altLang="en-US">
                <a:sym typeface="+mn-ea"/>
              </a:rPr>
              <a:t>print(last_name_counts)</a:t>
            </a:r>
            <a:endParaRPr lang="en-US" altLang="en-US"/>
          </a:p>
          <a:p>
            <a:r>
              <a:rPr lang="en-US" altLang="en-US">
                <a:sym typeface="+mn-ea"/>
              </a:rPr>
              <a:t># Plot</a:t>
            </a:r>
            <a:endParaRPr lang="en-US" altLang="en-US"/>
          </a:p>
          <a:p>
            <a:r>
              <a:rPr lang="en-US" altLang="en-US">
                <a:sym typeface="+mn-ea"/>
              </a:rPr>
              <a:t>last_name_counts.plot(kind="bar", color="orange", figsize=(10,5))</a:t>
            </a:r>
            <a:endParaRPr lang="en-US" altLang="en-US"/>
          </a:p>
          <a:p>
            <a:r>
              <a:rPr lang="en-US" altLang="en-US">
                <a:sym typeface="+mn-ea"/>
              </a:rPr>
              <a:t>plt.title("Frequency of Last Names")</a:t>
            </a:r>
            <a:endParaRPr lang="en-US" altLang="en-US"/>
          </a:p>
          <a:p>
            <a:r>
              <a:rPr lang="en-US" altLang="en-US">
                <a:sym typeface="+mn-ea"/>
              </a:rPr>
              <a:t>plt.xlabel("Last Name")</a:t>
            </a:r>
            <a:endParaRPr lang="en-US" altLang="en-US"/>
          </a:p>
          <a:p>
            <a:r>
              <a:rPr lang="en-US" altLang="en-US">
                <a:sym typeface="+mn-ea"/>
              </a:rPr>
              <a:t>plt.ylabel("Count")</a:t>
            </a:r>
            <a:endParaRPr lang="en-US" altLang="en-US"/>
          </a:p>
          <a:p>
            <a:r>
              <a:rPr lang="en-US" altLang="en-US">
                <a:sym typeface="+mn-ea"/>
              </a:rPr>
              <a:t>plt.show()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0015"/>
            <a:ext cx="10515600" cy="37465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What Anylysis on this project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40" y="494665"/>
            <a:ext cx="11657965" cy="6052185"/>
          </a:xfrm>
        </p:spPr>
        <p:txBody>
          <a:bodyPr/>
          <a:p>
            <a:pPr marL="0" indent="0">
              <a:buNone/>
            </a:pPr>
            <a:r>
              <a:rPr lang="en-US" altLang="en-US" sz="1600"/>
              <a:t>1)Average Performance:</a:t>
            </a:r>
            <a:endParaRPr lang="en-US" altLang="en-US" sz="1600"/>
          </a:p>
          <a:p>
            <a:r>
              <a:rPr lang="en-US" altLang="en-US" sz="1600"/>
              <a:t>The dataset shows the average study hours and average marks, giving a clear picture of overall student performance.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2) Top and Bottom Students:</a:t>
            </a:r>
            <a:endParaRPr lang="en-US" altLang="en-US" sz="1600"/>
          </a:p>
          <a:p>
            <a:r>
              <a:rPr lang="en-US" altLang="en-US" sz="1600"/>
              <a:t>Identifies who scored the highest marks and the 10 students with the lowest marks.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3) Study Hours vs Marks Relationship:</a:t>
            </a:r>
            <a:endParaRPr lang="en-US" altLang="en-US" sz="1600"/>
          </a:p>
          <a:p>
            <a:r>
              <a:rPr lang="en-US" altLang="en-US" sz="1600"/>
              <a:t>Correlation shows whether studying more actually improves marks (positive or weak relationship).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4) Marks Distribution:</a:t>
            </a:r>
            <a:endParaRPr lang="en-US" altLang="en-US" sz="1600"/>
          </a:p>
          <a:p>
            <a:r>
              <a:rPr lang="en-US" altLang="en-US" sz="1600"/>
              <a:t>Histogram and range-based grouping show how marks are spread (e.g., most students scoring 60–80, fewer in low ranges).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5) Study Hour Groups Comparison:</a:t>
            </a:r>
            <a:endParaRPr lang="en-US" altLang="en-US" sz="1600"/>
          </a:p>
          <a:p>
            <a:r>
              <a:rPr lang="en-US" altLang="en-US" sz="1600"/>
              <a:t>Group-by analysis reveals which study-hour levels have the highest average marks.</a:t>
            </a:r>
            <a:endParaRPr lang="en-US" altLang="en-US" sz="1600"/>
          </a:p>
          <a:p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6)Trendline Insight:</a:t>
            </a:r>
            <a:endParaRPr lang="en-US" altLang="en-US" sz="1600"/>
          </a:p>
          <a:p>
            <a:r>
              <a:rPr lang="en-US" altLang="en-US" sz="1600"/>
              <a:t>Scatter plot with trendline shows the direction of the relationship and predicts how marks increase with more study hours.</a:t>
            </a:r>
            <a:endParaRPr lang="en-US" alt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3379</Words>
  <Application>WPS Presentation</Application>
  <PresentationFormat>Widescreen</PresentationFormat>
  <Paragraphs>114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UV-user</dc:creator>
  <cp:lastModifiedBy>Nishank Amte</cp:lastModifiedBy>
  <cp:revision>24</cp:revision>
  <dcterms:created xsi:type="dcterms:W3CDTF">2025-07-23T00:59:00Z</dcterms:created>
  <dcterms:modified xsi:type="dcterms:W3CDTF">2025-11-28T11:10:52Z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727A523387E840DEA84F37C6DC8A4DBE_11</vt:lpwstr>
  </property>
  <property fmtid="{D5CDD505-2E9C-101B-9397-08002B2CF9AE}" pid="3" name="KSOProductBuildVer">
    <vt:lpwstr>1033-12.2.0.23155</vt:lpwstr>
  </property>
</Properties>
</file>