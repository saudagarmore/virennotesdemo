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Connecting S3 to EC2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Guide in Simple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Create an S3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 to AWS Console → S3</a:t>
            </a:r>
          </a:p>
          <a:p>
            <a:r>
              <a:t>2. Click 'Create bucket'</a:t>
            </a:r>
          </a:p>
          <a:p>
            <a:r>
              <a:t>3. Name it like: my-bucket-1234</a:t>
            </a:r>
          </a:p>
          <a:p>
            <a:r>
              <a:t>4. Keep default settings and click Create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Launch an EC2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 to AWS Console → EC2 → Launch Instance</a:t>
            </a:r>
          </a:p>
          <a:p>
            <a:r>
              <a:t>2. Choose Amazon Linux 2, t2.micro</a:t>
            </a:r>
          </a:p>
          <a:p>
            <a:r>
              <a:t>3. Set key pair and allow SSH (port 22)</a:t>
            </a:r>
          </a:p>
          <a:p>
            <a:r>
              <a:t>4. Launch the instance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Create IAM Role for S3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 to IAM → Roles → Create Role</a:t>
            </a:r>
          </a:p>
          <a:p>
            <a:r>
              <a:t>2. Choose EC2 as trusted entity</a:t>
            </a:r>
          </a:p>
          <a:p>
            <a:r>
              <a:t>3. Attach AmazonS3FullAccess policy</a:t>
            </a:r>
          </a:p>
          <a:p>
            <a:r>
              <a:t>4. Name it: EC2S3AccessRole</a:t>
            </a:r>
          </a:p>
          <a:p>
            <a:r>
              <a:t>5. Attach role to EC2 instance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Connect to EC2 via 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 to EC2 → Select your instance</a:t>
            </a:r>
          </a:p>
          <a:p>
            <a:r>
              <a:t>2. Click Connect → Choose SSH client</a:t>
            </a:r>
          </a:p>
          <a:p>
            <a:r>
              <a:t>3. Use command with .pem key:</a:t>
            </a:r>
          </a:p>
          <a:p>
            <a:r>
              <a:t>   ssh -i "key.pem" ec2-user@your-ec2-ip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Use AWS CLI on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Check AWS CLI: aws --version</a:t>
            </a:r>
          </a:p>
          <a:p>
            <a:r>
              <a:t>2. Install if needed: sudo yum install aws-cli -y</a:t>
            </a:r>
          </a:p>
          <a:p>
            <a:r>
              <a:t>3. List buckets: aws s3 ls</a:t>
            </a:r>
          </a:p>
          <a:p>
            <a:r>
              <a:t>4. Upload: aws s3 cp file.txt s3://your-bucket/</a:t>
            </a:r>
          </a:p>
          <a:p>
            <a:r>
              <a:t>5. Download: aws s3 cp s3://your-bucket/file.txt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+ EC2: 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EC2 = Laptop, S3 = Pen Drive</a:t>
            </a:r>
          </a:p>
          <a:p>
            <a:r>
              <a:t>IAM Role = Key to use Pen Drive</a:t>
            </a:r>
          </a:p>
          <a:p>
            <a:r>
              <a:t>aws s3 cp = Copy files to/from Pen 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Connecting S3 to EC2</vt:lpstr>
      <vt:lpstr>Step 1: Create an S3 Bucket</vt:lpstr>
      <vt:lpstr>Step 2: Launch an EC2 Instance</vt:lpstr>
      <vt:lpstr>Step 3: Create IAM Role for S3 Access</vt:lpstr>
      <vt:lpstr>Step 4: Connect to EC2 via SSH</vt:lpstr>
      <vt:lpstr>Step 5: Use AWS CLI on EC2</vt:lpstr>
      <vt:lpstr>S3 + EC2: Real-Life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Virgat</dc:creator>
  <cp:keywords/>
  <dc:description>generated using python-pptx</dc:description>
  <cp:lastModifiedBy>Vishnu Virgat</cp:lastModifiedBy>
  <cp:revision>1</cp:revision>
  <dcterms:created xsi:type="dcterms:W3CDTF">2013-01-27T09:14:16Z</dcterms:created>
  <dcterms:modified xsi:type="dcterms:W3CDTF">2025-06-25T05:07:35Z</dcterms:modified>
  <cp:category/>
</cp:coreProperties>
</file>