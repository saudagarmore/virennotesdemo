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1" r:id="rId7"/>
    <p:sldId id="272" r:id="rId8"/>
    <p:sldId id="270" r:id="rId9"/>
    <p:sldId id="273" r:id="rId10"/>
    <p:sldId id="261" r:id="rId11"/>
    <p:sldId id="262" r:id="rId12"/>
    <p:sldId id="263" r:id="rId13"/>
    <p:sldId id="274" r:id="rId14"/>
    <p:sldId id="282" r:id="rId15"/>
    <p:sldId id="264" r:id="rId16"/>
    <p:sldId id="283" r:id="rId17"/>
    <p:sldId id="284" r:id="rId18"/>
    <p:sldId id="285" r:id="rId19"/>
    <p:sldId id="286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068" autoAdjust="0"/>
    <p:restoredTop sz="94660"/>
  </p:normalViewPr>
  <p:slideViewPr>
    <p:cSldViewPr snapToGrid="0">
      <p:cViewPr varScale="1">
        <p:scale>
          <a:sx n="66" d="100"/>
          <a:sy n="66" d="100"/>
        </p:scale>
        <p:origin x="92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dev"/>
          <inkml:channel name="T" type="integer" max="2.14748E9" units="dev"/>
        </inkml:traceFormat>
        <inkml:channelProperties>
          <inkml:channelProperty channel="X" name="resolution" value="1841.87744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09T14:46:48.271"/>
    </inkml:context>
    <inkml:brush xml:id="br0">
      <inkml:brushProperty name="width" value="0.00882" units="cm"/>
      <inkml:brushProperty name="height" value="0.00882" units="cm"/>
      <inkml:brushProperty name="fitToCurve" value="1"/>
    </inkml:brush>
  </inkml:definitions>
  <inkml:traceGroup>
    <inkml:annotationXML>
      <emma:emma xmlns:emma="http://www.w3.org/2003/04/emma" version="1.0">
        <emma:interpretation id="{B28B29F6-BDB9-491B-8321-75D49B13E983}" emma:medium="tactile" emma:mode="ink">
          <msink:context xmlns:msink="http://schemas.microsoft.com/ink/2010/main" type="writingRegion" rotatedBoundingBox="32624,17964 33399,17955 33401,18163 32626,18172"/>
        </emma:interpretation>
      </emma:emma>
    </inkml:annotationXML>
    <inkml:traceGroup>
      <inkml:annotationXML>
        <emma:emma xmlns:emma="http://www.w3.org/2003/04/emma" version="1.0">
          <emma:interpretation id="{9B375397-BDF9-4B3E-9DE3-B534BB4C9B54}" emma:medium="tactile" emma:mode="ink">
            <msink:context xmlns:msink="http://schemas.microsoft.com/ink/2010/main" type="paragraph" rotatedBoundingBox="32624,17964 33399,17955 33401,18163 32626,1817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BA72999-7EF3-4F2B-B383-99741D34FF27}" emma:medium="tactile" emma:mode="ink">
              <msink:context xmlns:msink="http://schemas.microsoft.com/ink/2010/main" type="line" rotatedBoundingBox="32624,17964 33399,17955 33401,18163 32626,18172"/>
            </emma:interpretation>
          </emma:emma>
        </inkml:annotationXML>
        <inkml:traceGroup>
          <inkml:annotationXML>
            <emma:emma xmlns:emma="http://www.w3.org/2003/04/emma" version="1.0">
              <emma:interpretation id="{2B3385F9-2472-4A0D-B27A-41B0E49AA43C}" emma:medium="tactile" emma:mode="ink">
                <msink:context xmlns:msink="http://schemas.microsoft.com/ink/2010/main" type="inkWord" rotatedBoundingBox="32624,17964 33399,17955 33401,18163 32626,18172"/>
              </emma:interpretation>
              <emma:one-of disjunction-type="recognition" id="oneOf0">
                <emma:interpretation id="interp0" emma:lang="" emma:confidence="0.5">
                  <emma:literal>vineries</emma:literal>
                </emma:interpretation>
                <emma:interpretation id="interp1" emma:lang="" emma:confidence="0">
                  <emma:literal>Vineries</emma:literal>
                </emma:interpretation>
                <emma:interpretation id="interp2" emma:lang="" emma:confidence="0">
                  <emma:literal>Vinieris</emma:literal>
                </emma:interpretation>
                <emma:interpretation id="interp3" emma:lang="" emma:confidence="0">
                  <emma:literal>vinifies</emma:literal>
                </emma:interpretation>
                <emma:interpretation id="interp4" emma:lang="" emma:confidence="0">
                  <emma:literal>Vinifies</emma:literal>
                </emma:interpretation>
              </emma:one-of>
            </emma:emma>
          </inkml:annotationXML>
          <inkml:trace contextRef="#ctx0" brushRef="#br0">-114 1028 0 0,'0'0'714'0,"0"0"-263"0,0 0 36 16,0 0-43-16,0 0-37 0,0 0-35 0,0 0 19 0,0 0-41 15,0 0-42-15,0 0-32 0,0 0-32 0,0 0-27 0,0 0-29 16,0 0-30-16,0 0-25 0,0 0-67 0,0 0 61 16,0 0-10-16,0 0-5 0,0 0 5 0,0 0-1 15,0 0-8-15,0 0-6 0,0 0-2 0,0 0-6 16,0 0-8-16,0 0-14 0,0 0-11 0,0 0 3 16,0 0-9-16,0 0-11 0,0 0-18 0,0 0-4 15,0 0 0-15,0 0 3 0,0 0-5 0,0 0-6 16,0 0-2-16,0 0 4 0,0 0-2 0,0 0-14 0,0 0-1 15,0 0-5-15,0 0 3 0,0 0-1 0,0 0 3 16,3 2 1-16,-3-2-6 0,0 0 6 16,1 4-5-16,-1-4 3 0,0 0 1 0,1 3-6 0,-1-3 12 15,1 4 2-15,-1-4-17 0,1 3 10 0,-1-3 4 16,1 5 10-16,-1-5 0 0,0 5-18 0,0-5 19 16,0 5-8-16,0-5 1 0,0 5 13 0,0-5-22 15,0 5 14-15,0-5-16 0,0 6-1 0,0-6 11 16,0 4-7-16,0-4 35 0,0 5-29 0,0-5-16 15,0 5 7-15,0-5 4 0,1 4-4 0,-1-4 9 16,0 5-5-16,0-5 4 0,1 4 6 0,-1-4-20 0,1 5 16 16,-1-5-10-16,0 4-4 0,0-4 3 0,1 4 8 15,-1-4-8-15,0 4 2 16,0-4-2-16,1 3 11 0,-1-3-7 0,0 0-1 0,2 4 0 0,-2-4 4 0,0 0 3 16,0 0-8-16,0 0 2 15,0 3 1-15,0-3 7 0,0 0 1 0,0 0 22 0,0 0-8 16,0 0 11-16,0 0 13 0,0 0 4 15,0 0 31-15,0 0-29 0,7-1 23 0,-7 1-50 16,3-2 2-16,-3 2-16 0,4-4-14 0,-4 4 12 0,5-5 7 16,-3 3-13-16,1-1 5 0,-1 0 11 15,1-1-13-15,-1 0 2 0,1 1 7 0,0 0-13 16,-1-1-6-16,1 0 3 0,-1 0-9 0,1 1 21 0,0-1-9 0,-1 1-9 0,1-2 7 16,-1 2-3-16,1-1-1 0,0 1-10 0,0-1-1 15,-1 0-176-15,1 1 153 0,0-1-14 0,-1 1-13 16,1-1-20-16,-1 0-46 0,0 0-1 0,0 1-66 15,0-1-39-15,0 1-73 0,-1 0-86 0,-1 3-124 0,3-5-106 16,-3 5-43-16,2-5-54 0,-2 5-517 0,3-5-389 16</inkml:trace>
          <inkml:trace contextRef="#ctx0" brushRef="#br0" timeOffset="1">10 1076 0 0,'0'0'1099'0,"0"0"-549"16,0 0-50-16,0 0-45 0,0 0-42 0,0 0-17 0,0 0-52 0,0 0-50 15,3-1-47-15,-3 1-45 0,0 0-34 0,0 0-40 0,0 0-23 16,0 0-29-16,0 0-15 0,0 0-18 0,0 0-7 15,0 0-8-15,-2 2-6 0,2-2 7 0,0 0 6 16,-1 5 4-16,1-5 3 0,-1 3 16 0,1-3 3 0,0 5-3 16,0-5-1-16,-1 4 9 0,1-4-9 15,-2 6 3-15,2-6-11 0,-2 5 1 0,1-1-14 0,0-1-1 16,-1 0 5-16,2 0-18 0,0-3 1 0,-1 6-2 16,1-6-8-16,0 5-3 0,0-5 0 0,-1 4-5 15,1-4-15-15,0 0 17 0,-1 4 2 0,1-4 8 16,0 0 15-16,0 0 21 0,0 0 29 0,0 0-1 15,0 0 22-15,0 0-11 0,0 0-25 0,0 0-15 0,0 0-12 16,7-2-7-16,-7 2-1 0,3-2-10 0,-3 2-13 16,3-5 7-16,-3 5-5 0,4-4-14 0,-4 4-21 15,4-5 5 1,-2 2-4-16,-2 3-5 0,3-5 1 0,-3 5 6 0,3-4 6 0,-3 4-2 0,3-4 4 16,-3 4 0-1,2-3 5-15,-2 3 4 0,0 0-1 0,2-4-4 0,-2 4 6 16,0 0-4-16,0 0-2 0,0 0 5 0,1-3-13 15,-1 3-2-15,0 0-11 0,0 0-4 0,0 0 5 16,0 0 2-16,0 0 5 0,0 0 5 0,1 3 5 16,-1-3-2-16,0 0 6 0,0 0 2 0,0 5-1 15,0-5 2-15,0 0 5 0,0 3 2 0,0-3-1 16,0 0 1-16,1 5-1 0,-1-5 1 0,0 0-8 16,-1 5 16-16,1-5-7 0,1 3 0 15,-1-3 5-15,0 0 4 0,2 2 0 0,-2-2 2 0,0 0 5 16,0 0 5-16,2 3 8 0,-2-3 0 0,0 0-1 15,0 0 3-15,0 0-5 0,6-2-7 0,-6 2 8 16,3-2-17-16,-3 2-3 0,4-3 0 0,-4 3-4 16,3-4-5-16,-3 4-2 0,4-3-3 0,-4 3 4 0,3-4 88 15,-3 4-216-15,0 0 143 0,3-2-16 0,-3 2-1 16,0 0 4-16,0 0-18 0,0 0 35 16,3-2-33-16,-3 2-6 0,0 0-6 0,0 0-4 0,0 0-4 0,0 0 5 0,0 0 5 0,0 0 5 15,0 0 30-15,0 0-28 0,0 0 2 0,0 0 3 16,1 3 4-16,-1-3 7 0,0 0 3 0,0 0 4 15,3 3 7-15,-3-3 6 16,0 0 11-16,2 3-6 0,-2-3 10 16,0 0 1-16,3 1 15 0,-3-1 91 0,0 0-125 0,0 0 4 15,7 3 5-15,-7-3-8 0,5-2 8 0,-5 2-12 0,5-1-6 16,-5 1 3-16,5-1-2 0,-5 1 1 0,4-2 0 16,-4 2-5-16,5-3-2 0,-5 3 3 0,3-1 1 15,-3 1-4-15,0 0 2 0,3-2-7 0,-3 2 13 16,0 0-10-16,0 0 4 0,0 0-19 0,0 0 14 0,3-2-21 15,-3 2 8-15,0 0-20 0,0 0-3 0,0 0-9 16,0 0 4-16,0 0-3 0,0 0 3 0,0 0 6 0,0 0 1 16,0 0 8-16,0 0-3 0,0 0 14 0,0 0 1 15,0 0 10-15,0 0 3 0,4 2 9 0,-4-2-3 0,0 0-14 16,0 0 32-16,5 2 7 0,-5-2 0 16,0 0-5-16,0 0-3 15,7-1-5-15,-7 1-2 0,4-1-2 0,-4 1 1 0,5-1 8 0,-5 1-12 0,5-3-4 16,-5 3 4-16,4-2-4 0,-4 2 4 0,3-3 9 15,-3 3-13-15,2-2-2 0,-2 2 1 0,3-3-6 16,-3 3 5-16,2-3-2 16,-2 3-1-16,2-3-2 0,-2 3 3 0,0 0 3 15,3-4 8-15,-3 4 0 0,0 0 10 0,2-4 12 0,-2 4-21 16,0 0 3-16,1-3 6 0,-1 3-4 0,0 0 4 16,0 0-44-16,1-4 48 0,-1 4-2 0,0 0-2 15,0 0 12-15,0 0-10 0,0 0 7 16,0 0 4-16,0 0 3 0,-1-3-4 0,1 3 1 15,0 0-6-15,0 0-16 0,0 0 5 16,0 0-13-16,0 0 4 0,0 0-19 0,0 0 9 0,0 0 5 0,-4 2-11 0,4-2 0 16,-2 3 8-16,2-3-2 0,-3 5 7 0,2-2 9 15,1-3 127-15,0 7-152 0,0-3 49 0,0 0-33 16,2-1 5-16,0 2 29 16,0-2 0-16,1 1-10 0,0 0-15 0,2-1 1 0,1 1 13 0,-1-2 53 0,1 1-93 15,1-1-55-15,0 0-64 16,0-1-124-16,1 0-193 0,0 0-227 0,0 0-193 0,-1-2-104 0,2 1-802 15,0-1-577-15</inkml:trace>
          <inkml:trace contextRef="#ctx0" brushRef="#br0" timeOffset="2">360 1031 0 0,'0'0'741'0,"0"0"-389"15,0 0 17-15,0 0-28 0,0 0-48 0,0 0-20 16,0 0-26-16,0 0-26 0,0 0 1 0,0 0-14 15,0 0-12-15,0 0-11 0,0 0 3 0,0 0-5 16,0 0 9-16,0 0 1 0,0 0 1 0,0 0 13 16,0 0-5-16,0 0-8 0,0 0-24 0,6 0-21 15,-6 0-28-15,6-1-23 0,-6 1-14 0,6-1-14 16,-6 1-5-16,7-2-18 0,-7 2-2 0,6-2-7 16,-6 2-6-16,5-2-3 0,-5 2 61 0,6-3-70 0,-6 3 5 15,6-2-2-15,-6 2-7 0,4-2 6 16,-4 2-4-16,5-2-1 0,-5 2-3 0,5-3 0 0,-5 3-3 15,3-3-3-15,-3 3 7 0,3-4 10 0,-3 4-3 16,2-3 7-16,-2 3-1 0,2-3 5 16,-2 3 7-16,1-3 2 0,-1 3-2 0,1-3-7 0,-1 3-1 15,1-4-15-15,-1 4 6 0,1-4 1 0,-1 4-12 16,-1-3 12-16,1 3-7 0,-1-5-6 0,1 5-8 16,-1-4 5-16,1 4-16 0,-1-4 16 0,1 4-2 15,-1-3-3 1,1 3 42-16,-1-4-65 0,1 4 12 0,0 0 17 0,-2-3-7 0,2 3-2 0,0 0-18 15,-3-3 16-15,3 3-6 0,0 0 1 0,-3-3-17 16,3 3 32-16,0 0-6 0,-6-2 4 0,6 2-3 16,0 0-5-16,-5-1-5 15,5 1 3-15,0 0-4 0,-5-2 8 16,5 2 39-16,0 0-29 0,-6-1-15 0,6 1 6 0,0 0-13 0,-7 0 0 16,7 0 24-16,0 0-23 15,-8 0 19-15,8 0-9 0,0 0 2 0,-8 1-5 16,8-1-3-16,-5 1 20 0,5-1 6 0,-5 1-2 0,5-1-23 15,-7 2 0-15,7-2 9 0,-7 1-4 0,7-1 16 0,-7 3 7 16,7-3-2-16,-6 2-26 0,6-2 7 16,-7 3 19-16,7-3-2 0,-5 3 0 0,5-3-9 0,-7 3-4 0,7-3-8 15,-6 3 42-15,6-3-45 0,-7 4-1 0,4-2-4 0,0 0-5 0,-1 0 45 16,1 1-20-16,-1-1-20 0,0 0 18 16,1 1 3-16,-1 0 2 15,1 0-8-15,0 0-7 0,0-1 4 0,0 1 2 0,0 0 4 16,-1 0 0-16,2 0-16 0,-2 0 23 0,1-1-8 15,0 1-2-15,0 1 12 0,1-2-22 0,-1 2 7 16,0-1 9-16,1-1-13 0,0 1 30 0,-1 1-38 16,1-2 12-16,1 2 15 0,-1-2 5 0,0 2-160 15,0-1 185-15,0 0-29 0,0 0-3 0,1 1-11 16,0-1 13-16,1-3-15 0,-3 5-4 0,1-2-5 16,2 1 18-16,0-4 12 0,-2 5 3 0,2-5-38 15,-1 5 15-15,1-5 8 0,-1 6-49 0,1-6 40 0,0 6 13 16,0-6 14-16,0 5-13 0,0-5-1 0,0 5-3 15,0-2-6-15,0-3 2 0,1 3-2 0,-1-3-6 0,1 4 31 16,-1-4-36-16,2 4-3 0,-2-4-2 0,2 3 3 16,-2-3-2-16,5 2 7 0,-5-2 3 0,3 3-8 0,-3-3 43 15,5 1-192-15,-5-1 169 0,5 2 4 0,-5-2-2 16,6 0 1-16,-6 0-13 0,0 0-1 0,9 0 4 16,-9 0-12-16,7 0 29 0,-7 0-62 0,7-1 18 15,-7 1-1-15,7-2-16 0,-7 2 15 0,7-1-11 16,-7 1 37-16,5-1-35 0,-5 1 11 0,5-1 3 15,-5 1 1-15,0 0 7 0,5-2-16 0,-5 2 3 16,0 0 9-16,6-2-6 0,-6 2-6 0,3-2 3 16,-3 2-1-16,5-2-2 0,-5 2-4 0,3-2 0 15,-3 2 4-15,4-3 6 0,-4 3 8 0,4-2 57 0,-4 2-74 16,4-3 10-16,-4 3 2 0,3-3 5 0,-3 3 1 16,3-2-10-16,-3 2 21 0,0 0-3 0,2-2-1 15,-2 2 5-15,0 0-9 0,0 0 4 0,0 0 1 16,3-3 3-16,-3 3-1 0,0 0-2 0,0 0 1 15,0 0-3-15,0 0 0 0,2-3 1 0,-2 3 0 16,3-2-67-16,-3 2 81 0,0 0-6 0,0 0 3 0,3-2-5 16,-3 2 4-16,0 0 0 0,0 0-1 15,0 0 1 1,0 0-10-16,0 0 0 0,0 0-2 0,0 0-7 0,0 0-6 16,0 0 7-16,0 0-76 0,0 0 93 0,0 0-6 15,0 0 7-15,4 2 1 0,-4-2-22 0,0 0 17 16,0 0 0-16,0 0 4 0,0 0-4 0,2 2-6 15,-2-2 7-15,0 0-1 0,0 0 0 0,0 0-5 0,2 4 9 0,-2-4-6 0,0 0 5 16,1 3-3 0,-1-3 2-16,0 0 2 0,2 4-4 0,-2-4-1 0,0 0 4 0,0 0-3 15,2 3 0-15,-2-3 0 0,0 0 2 0,3 2 4 16,-3-2 10-16,0 0-11 0,0 0 8 0,0 0-3 16,7-1 5-16,-7 1-6 0,4-1 4 0,-4 1-92 15,4-2 103-15,-4 2-7 0,4-2 1 0,-4 2-16 0,4-3-19 16,-4 3 21-16,4-4 16 0,-4 4-16 0,4-3-1 15,-4 3 8-15,3-2-15 0,-3 2 8 16,3-3-4-16,-3 3 6 0,0 0-4 0,4-3-65 0,-4 3 83 16,0 0-7-16,0 0-5 0,2-2 3 0,-2 2-8 15,0 0-1-15,0 0 4 0,0 0-6 0,0 0 0 16,0 0 0-16,0 0-1 0,0 0 1 0,0 0-2 16,0 0 64-16,0 0-74 0,0 0-6 0,0 0 6 15,0 0-1-15,0 0-6 0,0 0-4 0,3-2 12 16,-3 2-2-16,0 0-5 0,0 0 7 0,0 0 4 15,0 0 3-15,0 0-1 0,0 0-1 16,2 2 4-16,-2-2 30 0,0 0-31 0,0 0 4 0,0 0-2 16,2 3 0-16,-2-3 5 0,0 0 4 15,0 0-2-15,4 2 2 0,-4-2-1 0,0 0-1 0,0 0-3 16,8 0-3-16,-8 0 2 0,0 0 20 0,6 0-21 16,-6 0-2-16,4-2 5 0,-4 2-2 0,5-1-1 15,-5 1-5-15,6-2-8 0,-6 2 12 0,6-1 3 16,-6 1-7-16,5-2 7 0,-5 2 0 15,5-2 1-15,-5 2 2 0,4-2-9 0,-4 2-2 0,0 0 5 0,4-2 9 16,-4 2-9-16,0 0 1 0,4-2-1 0,-4 2-4 0,0 0 6 0,4-3-4 16,-4 3 12-16,0 0-7 0,2-2 0 0,-2 2-2 15,0 0 3-15,0 0-4 0,0 0-7 0,0 0-1 16,0 0-1-16,3-2-11 0,-3 2-7 0,0 0-9 16,0 0-10-16,0 0 4 0,0 0 9 0,0 0 1 15,0 0 4-15,0 0 10 0,0 0 0 0,0 0 1 16,0 0 4-16,0 0 1 0,0 0 0 0,0 0 8 15,0 0-2-15,0 0 4 0,1 3 6 0,-1-3 4 16,0 0 2-16,0 0 9 0,4 2 4 0,-4-2 5 0,0 0 2 16,4 1 0-16,-4-1 0 0,0 0-1 0,7 1 2 15,-7-1-8-15,0 0-7 0,8-1 3 0,-8 1-2 16,6 0-6-16,-6 0 1 0,7-2 9 0,-7 2-14 16,6-2-5-16,-6 2-5 0,8-3 9 0,-8 3-4 15,6-3-32-15,-3 1 81 0,1 1-55 0,-1-1-6 16,1 0 14-16,-4 2-5 0,5-4 3 0,-5 4-1 15,5-2 1-15,-5 2 4 0,3-3 18 0,-3 3-17 16,0 0 9-16,3-3-3 0,-3 3 0 0,0 0-4 0,0 0-7 16,0 0-3-16,3-2 0 0,-3 2-3 0,0 0 0 15,0 0-8-15,0 0 2 0,0 0 3 0,0 0 2 16,0 0 10-16,0 0 2 0,0 0 1 0,0 0 4 16,0 0 5-16,0 0 8 0,0 0 4 0,0 0-7 15,4-2-17-15,-4 2-2 0,0 0-3 0,0 0-1 16,0 0 1-16,0 0-2 0,4 2-8 0,-4-2 11 15,0 0 1-15,2 3-10 0,-2-3 3 0,3 3 7 16,-3-3 4-16,3 3-8 0,-3-3 5 0,4 3 1 16,-4-3-13-16,4 4 16 0,-4-4-20 0,6 4-9 15,-2-2-26-15,-4-2-22 0,8 2-38 0,-3-1-40 0,0 0-56 16,1-1-72-16,0 1-110 0,0-1-137 16,-6 0-82-16,13-1-32 15,-8 1-169-15,1-1-404 0,-1 0-376 0</inkml:trace>
          <inkml:trace contextRef="#ctx0" brushRef="#br0" timeOffset="3">583 977 0 0,'0'0'1260'0,"0"0"-562"0,0 0-91 0,0 0-63 16,0 0-41-16,0 0-78 0,0 0-62 0,0 0-66 0,0 0-36 15,0 0-36-15,0 0-31 0,0 0-25 0,0 0-18 16,0 0-14-16,0 0-26 0,3 3-7 16,-3-3-8-16,0 0-6 0,4 3-11 0,-4-3-11 0,3 2-9 0,-3-2 4 0,4 2 115 0,-4-2-164 15,4 4-17 1,-4-4 8-16,3 2 4 0,-3-2-6 0,3 4 1 0,-3-4 8 0,3 3-12 0,-3-3 3 0,1 2 4 15,-1-2 3-15,1 4-20 0,-1-4-23 16,-1 4-39-16,1-4-42 0,-1 3-68 0,1-3-72 0,-4 4-96 16,4-4-146-16,-4 4-165 0,4-4-72 0,-8 3-852 15,8-3-508-15</inkml:trace>
          <inkml:trace contextRef="#ctx0" brushRef="#br0" timeOffset="4">227 1077 0 0,'0'0'697'16,"0"0"-407"-16,0 0-23 0,0 0 6 0,0 0-22 15,0 0-8-15,0 0-11 0,0 0-16 0,0 0-22 16,0 0-7-16,0 0 15 0,0 0-12 0,0 0 3 16,0 0-10-16,0 0 14 0,0 0-11 0,-3 3 27 15,3-3 3-15,0 0-3 0,0 0 3 0,0 0-3 16,0 0 20-16,0 0-37 0,0 0-8 0,0 0-2 15,0 0-9-15,0 0-24 0,2 2 4 0,-2-2-27 16,0 0-1-16,0 0-3 0,0 0-17 0,0 0-16 0,0 0-18 16,5 0-1-16,-5 0-6 0,0 0-3 15,7-1-42-15,-7 1 6 0,0 0-7 0,9-1 4 0,-9 1-15 16,5 0-5-16,-5 0 3 0,5-1-10 0,-5 1 71 16,6-2-63-16,-6 2-3 0,5-1 3 0,-5 1 2 15,0 0-4-15,7-1-27 0,-7 1 30 0,4-2 10 16,-4 2-18-16,4-2 14 0,-4 2-11 0,0 0 14 15,4-3 25-15,-4 3-40 0,2-2 22 0,-2 2-37 0,0 0 7 16,3-3 12-16,-3 3-7 0,0 0 4 0,0 0-12 31,0 0 3-31,2-3 17 0,-2 3-11 0,0 0 4 0,0 0-10 16,0 0-1-16,0 0 8 0,0 0-2 0,0 0 6 16,-2-3-10-16,2 3-7 0,0 0 20 0,0 0-8 15,0 0 4-15,0 0 24 0,0 0-49 0,0-4 48 16,0 4-35-16,0 0 2 0,0 0 23 0,0 0-33 15,0 0-6-15,0 0 9 0,0 0 21 0,0 0-20 16,0 0 17-16,0 0-6 0,0 0 15 0,0 0 24 16,0 0-2-16,0 0-3 0,0 0 34 0,0 0 18 15,0 0-17-15,0 0-2 0,0 0-6 0,0 0-2 0,0 0-13 16,0 0-17-16,0 0-20 0,0 0-10 16,0 0-22-16,0 0-44 0,0 0-9 0,0 0 17 0,0 0 4 15,-1 4 22-15,1-4-11 0,-1 4 14 0,1-4 45 16,-1 6-34-16,1-6-3 0,0 7-13 0,0-7-15 15,0 6-28-15,0-6-41 0,0 5-66 0,0-5-67 16,0 6-107-16,0-6-129 0,0 6-176 16,0-6-86-16,1 4-76 0,-1-4-778 0,2 3-516 15</inkml:trace>
          <inkml:trace contextRef="#ctx0" brushRef="#br0" timeOffset="5">14 1036 0 0,'0'0'1365'16,"0"0"-581"-16,0 0-82 0,0 0-3 0,0 0-78 15,0 0-80-15,0 0-71 0,0 0-60 0,6 1-53 0,-6-1-42 16,0 0-61-16,0 0 3 0,0 0-38 16,0 0-19-16,6-1-37 0,-6 1-18 0,0 0-41 15,0 0-19-15,0 0-27 0,0 0-1 0,0 0-18 0,0 0-9 16,0 0 2-16,0 0 11 0,0 0-33 0,0 0-5 15,0 0 7-15,0 0 16 0,0 0-32 0,0 0 20 16,0 0-10-16,0 0 11 0,6 1 0 0,-6-1-5 16,0 0-25-16,0 0-60 0,0 0-37 0,0 0-49 15,0 0-86-15,0 0-132 0,0 0-133 0,3-2-292 16,-3 2-139-16,0 0-1068 0,0 0-658 0</inkml:trace>
          <inkml:trace contextRef="#ctx0" brushRef="#br0" timeOffset="6">558 1113 0 0,'0'0'585'0,"0"0"-322"16,0 0-26-16,0 0 13 0,0 0 14 15,0 0-33-15,0 0-6 0,0 0-20 0,0 0-17 0,0 0 2 0,0 0-11 0,0 0 8 16,0 0 8-16,0 0 16 0,0 0 12 0,0 0-10 0,0 0-3 16,0 0-2-1,0 0 0-15,0 0 0 0,0 0-10 0,0 0-7 0,0 0-12 0,0 0-17 0,0 0-18 16,0 0-6-1,0 0-24-15,0 0-9 0,0 0-11 0,0 0-12 0,0 0-7 0,0 0 0 0,0 0 0 16,0 0-7-16,0 0-2 0,0 0-5 0,0 0-7 16,0 0-8-16,0 0-5 0,0 0-5 0,0 0-12 15,0 0-3-15,0 0-5 0,0 0-6 0,0 0-4 0,0 0 4 16,0 0-3-16,0 0-10 0,0 0 9 0,0 0 0 16,0 0-8-16,0 0 5 0,0 0 2 0,0 0 5 15,0 0 0-15,0 0 15 0,0 0-8 0,0 0 22 16,0 0 2-16,0 0 5 0,0 0-10 0,0 0 3 15,0 0-5-15,0 0 19 0,0 0-32 0,0 0 27 16,0 0-44-16,0 0 2 0,0 0 17 0,0 0-12 16,0 0 0-16,0 0 14 0,0 0-26 0,4 2 1 15,-4-2 26-15,0 0-12 0,0 0-8 0,0 0 2 0,0 0-2 16,0 0 5-16,0 0-15 0,0 0 0 16,0 0 6-16,0 0-4 0,0 0 4 0,0 0 10 0,0 0-4 15,0 0 18-15,-1 3-35 0,1-3 20 0,0 0-11 16,0 0-11-16,-1 4 48 0,1-4-35 0,0 0 32 15,0 0-57-15,-2 5 27 0,2-5-1 0,0 0-14 16,-2 4 9-16,2-4 1 0,0 0-1 0,-2 3 34 16,2-3-36-16,0 0-73 0,-1 4 90 0,1-4-9 15,0 0 36-15,-1 4-43 0,1-4 3 0,0 0 4 16,-2 3-8-16,2-3-2 0,0 0 3 0,0 0-2 16,-1 4 6-16,1-4-1 0,0 0 6 0,0 0-8 0,0 0 4 15,0 0-2-15,0 0-7 0,0 0 15 16,0 0 36-16,-1 3-55 0,1-3 12 0,0 0 7 0,0 0-11 15,0 0 25-15,0 0-96 16,0 0 76-16,0 0 3 0,0 0 5 0,0 0-11 16,0 0-1-16,0 0-14 0,0 0 8 0,0 0 6 15,0 0 3-15,0 0 0 0,0 0 38 0,0 0-45 16,0 0 6-16,0 0-14 0,0 0 14 0,0 0-5 16,0 0-1-16,0 0 15 0,0 0 2 0,0 0 45 15,0 0-60-15,0 0 1 0,0 0 9 0,0 0 27 16,0 0-165-16,0 0 153 0,0 0-14 0,0 0 9 0,0 0-10 15,0 0 37-15,0 0-41 0,0 0-3 0,0 0 11 16,2-3-14-16,-2 3-8 0,0 0 39 0,0 0-52 16,0 0 11-16,0 0-8 0,0 0 51 0,0 0-48 15,0 0 6-15,0 0 0 0,0 0-3 0,0 0 37 16,0 0-34-16,0 0 11 0,0 0-2 0,0 0 31 16,0 0-48-16,0 0 13 0,0 0 6 0,0 0-4 15,0 0 3-15,0 0 6 0,0 0 4 0,0 0-17 16,0 0-2-16,0 0 7 0,0 0 11 0,0 0 122 0,0 0-157 15,0 0 9-15,0 0 2 0,0 0-1 16,0 0 5-16,0 0 1 0,0 0 31 0,0 0-23 0,0 0-7 16,0 0 9-16,0 0-2 0,0 0-1 0,0 0 37 15,0 0-45-15,0 0 46 0,0 0-48 0,0 0 13 16,0 0-5-16,0 0-3 0,0 0 13 0,0 0-2 16,0 0 1-16,0 0 4 0,0 0-21 0,0 0 20 15,0 0-9-15,0 0 3 0,0 0-1 0,3-2 4 0,-3 2-3 16,0 0 2-16,0 0-2 0,0 0 4 15,0 0-14-15,0 0 18 0,0 0 22 0,0 0-37 16,0 0 23-16,0 0-29 0,0 0 8 0,0 0-2 0,0 0 15 16,0 0 8-16,0 0-26 15,0 0 8-15,0 0-8 0,0 0 6 0,0 0 5 0,0 0-1 0,0 0 5 0,0 0-1 16,0 0-41-16,0 0 37 0,0 0 9 0,0 0-3 16,0 0-2-16,0 0 6 0,0 0-12 0,0 0 3 0,0-5 15 15,0 5-16-15,0 0 3 0,0 0-6 0,0 0 2 16,0 0 10-16,0 0-2 0,0 0-2 0,0 0-3 15,0 0-13-15,0 0 11 0,0 0 2 0,5-1 34 16,-5 1-48-16,0 0 5 0,0 0 1 0,0 0-4 16,4-2 45-16,-4 2-91 15,0 0 50-15,0 0 0 0,0 0-2 0,4-2 41 0,-4 2-45 16,0 0 13-16,3-3 24 0,-3 3-40 0,0 0 5 16,3-2 1-16,-3 2-80 0,0 0 98 0,2-3 1 0,-2 3-4 15,0 0-1-15,2-2 5 0,-2 2-7 0,0 0 3 16,0 0-5-16,4-3-3 0,-4 3 2 0,0 0 1 0,3-2-9 15,-3 2 8-15,0 0-6 0,3-2 0 0,-3 2-3 32,0 0 7-32,2-3 21 0,-2 3-30 0,0 0-13 0,0 0 21 15,0 0-8-15,4-2 0 0,-4 2 2 0,0 0 0 16,0 0 1-16,0 0-2 0,0 0 2 0,0 0 20 0,0 0-11 16,0 0-6-16,0 0-1 0,0 0 7 0,0 0-9 15,6 0 8-15,-6 0 1 0,0 0-3 16,0 0 3-16,0 0-8 0,0 0 8 0,0 0-1 15,0 0 0-15,0 0 4 0,0 0-12 0,0 0-3 0,0 0-8 16,0 0-14-16,0 0-20 0,0 0-3 16,0 0 4-16,0 0-17 0,0 0 1 0,0 0 1 0,0 0 9 15,0 0 9-15,0 0 8 0,0 0 13 0,0 0 4 16,0 0 5-16,0 0 2 0,0 0-1 0,0 0 7 16,0 0 2-16,-4 2 5 0,4-2-5 0,0 0 10 15,0 0 1-15,-5 2-4 0,5-2 4 0,0 0-3 16,-5 2 4-16,5-2-3 0,0 0-3 0,-6 2 6 15,6-2-5-15,-6 1 8 0,6-1-3 0,-4 2 3 0,4-2-4 0,-6 1-2 0,6-1 7 0,-7 1-73 16,7-1 84-16,-5 2-3 0,5-2-3 0,-6 2-13 16,6-2 6-1,-5 1 13-15,5-1-18 0,-5 1-2 0,5-1 1 16,0 0-2-16,-3 2 0 0,3-2 4 0,0 0-3 16,-4 2-8-16,4-2 14 0,0 0 0 0,0 0 1 0,0 0 1 0,0 0 4 15,0 0 12-15,0 0 5 0,0 0 6 0,0 0 2 16,0 0-4-16,0 0 0 0,0 0-5 0,0 0-6 15,0 0-3-15,0 0-8 0,-5 1 2 0,5-1-4 16,0 0 0-16,0 0 0 0,0 0-3 0,0 0 3 16,0 0-1-16,0 0-4 0,0 0-4 0,0 0 6 15,0 0 6-15,0 0-31 0,0 0 29 0,0 0 1 0,0 0-2 16,0 0 3-16,7 0-3 0,-7 0-3 16,0 0 6-16,0 0 2 0,0 0-5 0,8 0 21 15,-8 0-36-15,0 0 1 0,0 0 9 0,0 0-2 0,0 0-2 16,7 0-1-16,-7 0 5 15,0 0-1-15,0 0 1 0,5 1 0 0,-5-1 0 0,0 0 0 0,0 0 0 16,7-1-3-16,-7 1 6 0,0 0-2 0,6-1 5 16,-6 1-9-16,0 0 3 0,7-1-6 0,-7 1 8 15,0 0-2-15,6-1 4 0,-6 1-6 0,0 0 1 16,0 0-25-16,0 0 31 0,5-1-5 0,-5 1-3 16,0 0 16-16,0 0-8 0,0 0-6 15,0 0-1-15,0 0 1 0,7 0 2 0,-7 0 7 0,0 0-71 0,0 0 78 0,0 0-6 16,0 0-3-1,0 0-1-15,5-1 3 0,-5 1-3 0,0 0-3 16,0 0-3-16,0 0-1 0,0 0-10 0,0 0 0 0,0 0-18 16,0 0-3-16,0 0-27 0,0 0-10 0,0 0-22 15,0 0-25-15,0 0-33 0,0 0-54 0,0 0-53 16,0 0-54-16,0 0-59 0,0 0-87 0,0 0-59 16,0 0-27-16,0 0-16 0,0 0-76 0,3-3-277 15,-3 3-111-15</inkml:trace>
          <inkml:trace contextRef="#ctx0" brushRef="#br0" timeOffset="7">590 1103 0 0,'-2'3'497'0,"2"-3"-226"0,0 0-29 0,0 0-20 0,0 0-1 16,0 0-29-16,-2 3-27 0,2-3-16 15,0 0-14-15,0 0-17 0,0 0-6 0,0 0-6 0,0 0-4 16,0 0-2-16,0 0-78 0,0 0 191 0,0 0-110 16,0 0-6-16,0 0-15 0,0 0-25 15,4 1-9-15,-4-1 14 0,0 0-49 0,0 0 15 0,0 0-9 16,0 0-12-16,4 1 4 0,-4-1-11 0,0 0 7 16,0 0-8-16,0 0 14 0,0 0-3 0,0 0-2 15,5 2-12-15,-5-2 10 0,0 0 4 0,0 0-1 16,0 0-6-16,0 0 0 0,0 0 2 0,7-1 3 15,-7 1-3-15,0 0 2 0,0 0-9 0,0 0 1 0,4-1 94 16,-4 1-111-16,0 0 1 0,0 0 4 16,0 0 5-16,0 0-24 0,0 0 10 0,0 0 16 0,0 0 6 15,0 0-1-15,0 0-8 0,0 0 8 0,0 0-13 16,0 0 8-16,0 0-10 0,0 0 22 0,0 0-3 16,0 0 9-16,0 0-5 0,0 0 6 0,0 0 4 15,0 0-3-15,0 0 4 0,0 0-5 0,0 0-9 16,0 0 9-16,3-2 2 0,-3 2 26 0,0 0-46 15,0 0 4-15,0 0-107 0,0 0 129 0,0 0-5 16,0 0-5-16,0 0-15 0,0 0 15 0,0 0-7 16,0 0 10-16,0 0-8 0,0 0 1 0,0 0-2 0,0 0 9 15,0 0 11-15,0 0-11 0,0 0 47 16,0 0 13-16,0 0 66 0,0 0-81 0,0 0 0 16,0 0-8-16,0 0-8 0,0 0-8 0,0 0-13 0,0 0-17 15,0 0 9-15,0 0 1 0,0 0-12 0,0 0 10 16,-2 3-14-16,2-3 16 0,0 0-29 0,0 0 12 15,0 0-1-15,1 4-3 0,-1-4 11 0,0 0-3 16,0 0 0-16,0 0 13 0,2 3-12 0,-2-3 4 16,0 0 1-16,0 0 4 0,0 0 10 0,0 0-3 15,0 0-9-15,1 3-1 0,-1-3-9 16,0 0 18-16,0 0-21 0,0 0-43 0,0 0-130 0,0 0-123 16,7 0-105-16,-7 0-86 0,0 0-129 0,3-3-359 15,-3 3-175-15</inkml:trace>
          <inkml:trace contextRef="#ctx0" brushRef="#br0" timeOffset="8">635 1095 0 0,'0'0'908'0,"0"0"-295"0,0 0-29 0,0 0-76 16,0 0-39-16,-6 1-28 16,6-1-73-16,0 0-60 0,0 0-50 0,0 0-35 0,0 0-1 0,0 0 12 0,0 0 12 15,-3 3-8-15,3-3-25 0,0 0-36 0,0 0-18 0,0 0-30 16,0 0-7-16,-2 2-23 0,2-2-20 0,0 0-6 15,0 0-12-15,0 0-8 0,0 0-10 0,0 0-14 16,0 0-3-16,0 0-57 0,0 0-107 0,0 0-164 16,0 0-298-16,0 0-263 0,0 0-275 0,0 0-433 15,2-2-506-15</inkml:trace>
        </inkml:traceGroup>
      </inkml:traceGroup>
    </inkml:traceGroup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dev"/>
          <inkml:channel name="T" type="integer" max="2.14748E9" units="dev"/>
        </inkml:traceFormat>
        <inkml:channelProperties>
          <inkml:channelProperty channel="X" name="resolution" value="1841.87744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09T14:44:52.452"/>
    </inkml:context>
    <inkml:brush xml:id="br0">
      <inkml:brushProperty name="width" value="0.00882" units="cm"/>
      <inkml:brushProperty name="height" value="0.00882" units="cm"/>
      <inkml:brushProperty name="fitToCurve" value="1"/>
    </inkml:brush>
  </inkml:definitions>
  <inkml:traceGroup>
    <inkml:annotationXML>
      <emma:emma xmlns:emma="http://www.w3.org/2003/04/emma" version="1.0">
        <emma:interpretation id="{61F3F160-9B4E-4E71-ADDB-31D9D49B2484}" emma:medium="tactile" emma:mode="ink">
          <msink:context xmlns:msink="http://schemas.microsoft.com/ink/2010/main" type="inkDrawing"/>
        </emma:interpretation>
      </emma:emma>
    </inkml:annotationXML>
    <inkml:trace contextRef="#ctx0" brushRef="#br0">-114 1028 0 0,'0'0'714'0,"0"0"-263"0,0 0 36 16,0 0-43-16,0 0-37 0,0 0-35 0,0 0 19 0,0 0-41 15,0 0-42-15,0 0-32 0,0 0-32 0,0 0-27 0,0 0-29 16,0 0-30-16,0 0-25 0,0 0-67 0,0 0 61 16,0 0-10-16,0 0-5 0,0 0 5 0,0 0-1 15,0 0-8-15,0 0-6 0,0 0-2 0,0 0-6 16,0 0-8-16,0 0-14 0,0 0-11 0,0 0 3 16,0 0-9-16,0 0-11 0,0 0-18 0,0 0-4 15,0 0 0-15,0 0 3 0,0 0-5 0,0 0-6 16,0 0-2-16,0 0 4 0,0 0-2 0,0 0-14 0,0 0-1 15,0 0-5-15,0 0 3 0,0 0-1 0,0 0 3 16,3 2 1-16,-3-2-6 0,0 0 6 16,1 4-5-16,-1-4 3 0,0 0 1 0,1 3-6 0,-1-3 12 15,1 4 2-15,-1-4-17 0,1 3 10 0,-1-3 4 16,1 5 10-16,-1-5 0 0,0 5-18 0,0-5 19 16,0 5-8-16,0-5 1 0,0 5 13 0,0-5-22 15,0 5 14-15,0-5-16 0,0 6-1 0,0-6 11 16,0 4-7-16,0-4 35 0,0 5-29 0,0-5-16 15,0 5 7-15,0-5 4 0,1 4-4 0,-1-4 9 16,0 5-5-16,0-5 4 0,1 4 6 0,-1-4-20 0,1 5 16 16,-1-5-10-16,0 4-4 0,0-4 3 0,1 4 8 15,-1-4-8-15,0 4 2 16,0-4-2-16,1 3 11 0,-1-3-7 0,0 0-1 0,2 4 0 0,-2-4 4 0,0 0 3 16,0 0-8-16,0 0 2 15,0 3 1-15,0-3 7 0,0 0 1 0,0 0 22 0,0 0-8 16,0 0 11-16,0 0 13 0,0 0 4 15,0 0 31-15,0 0-29 0,7-1 23 0,-7 1-50 16,3-2 2-16,-3 2-16 0,4-4-14 0,-4 4 12 0,5-5 7 16,-3 3-13-16,1-1 5 0,-1 0 11 15,1-1-13-15,-1 0 2 0,1 1 7 0,0 0-13 16,-1-1-6-16,1 0 3 0,-1 0-9 0,1 1 21 0,0-1-9 0,-1 1-9 0,1-2 7 16,-1 2-3-16,1-1-1 0,0 1-10 0,0-1-1 15,-1 0-176-15,1 1 153 0,0-1-14 0,-1 1-13 16,1-1-20-16,-1 0-46 0,0 0-1 0,0 1-66 15,0-1-39-15,0 1-73 0,-1 0-86 0,-1 3-124 0,3-5-106 16,-3 5-43-16,2-5-54 0,-2 5-517 0,3-5-389 16</inkml:trace>
    <inkml:trace contextRef="#ctx0" brushRef="#br0" timeOffset="1588.4275">10 1076 0 0,'0'0'1099'0,"0"0"-549"16,0 0-50-16,0 0-45 0,0 0-42 0,0 0-17 0,0 0-52 0,0 0-50 15,3-1-47-15,-3 1-45 0,0 0-34 0,0 0-40 0,0 0-23 16,0 0-29-16,0 0-15 0,0 0-18 0,0 0-7 15,0 0-8-15,-2 2-6 0,2-2 7 0,0 0 6 16,-1 5 4-16,1-5 3 0,-1 3 16 0,1-3 3 0,0 5-3 16,0-5-1-16,-1 4 9 0,1-4-9 15,-2 6 3-15,2-6-11 0,-2 5 1 0,1-1-14 0,0-1-1 16,-1 0 5-16,2 0-18 0,0-3 1 0,-1 6-2 16,1-6-8-16,0 5-3 0,0-5 0 0,-1 4-5 15,1-4-15-15,0 0 17 0,-1 4 2 0,1-4 8 16,0 0 15-16,0 0 21 0,0 0 29 0,0 0-1 15,0 0 22-15,0 0-11 0,0 0-25 0,0 0-15 0,0 0-12 16,7-2-7-16,-7 2-1 0,3-2-10 0,-3 2-13 16,3-5 7-16,-3 5-5 0,4-4-14 0,-4 4-21 15,4-5 5 1,-2 2-4-16,-2 3-5 0,3-5 1 0,-3 5 6 0,3-4 6 0,-3 4-2 0,3-4 4 16,-3 4 0-1,2-3 5-15,-2 3 4 0,0 0-1 0,2-4-4 0,-2 4 6 16,0 0-4-16,0 0-2 0,0 0 5 0,1-3-13 15,-1 3-2-15,0 0-11 0,0 0-4 0,0 0 5 16,0 0 2-16,0 0 5 0,0 0 5 0,1 3 5 16,-1-3-2-16,0 0 6 0,0 0 2 0,0 5-1 15,0-5 2-15,0 0 5 0,0 3 2 0,0-3-1 16,0 0 1-16,1 5-1 0,-1-5 1 0,0 0-8 16,-1 5 16-16,1-5-7 0,1 3 0 15,-1-3 5-15,0 0 4 0,2 2 0 0,-2-2 2 0,0 0 5 16,0 0 5-16,2 3 8 0,-2-3 0 0,0 0-1 15,0 0 3-15,0 0-5 0,6-2-7 0,-6 2 8 16,3-2-17-16,-3 2-3 0,4-3 0 0,-4 3-4 16,3-4-5-16,-3 4-2 0,4-3-3 0,-4 3 4 0,3-4 88 15,-3 4-216-15,0 0 143 0,3-2-16 0,-3 2-1 16,0 0 4-16,0 0-18 0,0 0 35 16,3-2-33-16,-3 2-6 0,0 0-6 0,0 0-4 0,0 0-4 0,0 0 5 0,0 0 5 0,0 0 5 15,0 0 30-15,0 0-28 0,0 0 2 0,0 0 3 16,1 3 4-16,-1-3 7 0,0 0 3 0,0 0 4 15,3 3 7-15,-3-3 6 16,0 0 11-16,2 3-6 0,-2-3 10 16,0 0 1-16,3 1 15 0,-3-1 91 0,0 0-125 0,0 0 4 15,7 3 5-15,-7-3-8 0,5-2 8 0,-5 2-12 0,5-1-6 16,-5 1 3-16,5-1-2 0,-5 1 1 0,4-2 0 16,-4 2-5-16,5-3-2 0,-5 3 3 0,3-1 1 15,-3 1-4-15,0 0 2 0,3-2-7 0,-3 2 13 16,0 0-10-16,0 0 4 0,0 0-19 0,0 0 14 0,3-2-21 15,-3 2 8-15,0 0-20 0,0 0-3 0,0 0-9 16,0 0 4-16,0 0-3 0,0 0 3 0,0 0 6 0,0 0 1 16,0 0 8-16,0 0-3 0,0 0 14 0,0 0 1 15,0 0 10-15,0 0 3 0,4 2 9 0,-4-2-3 0,0 0-14 16,0 0 32-16,5 2 7 0,-5-2 0 16,0 0-5-16,0 0-3 15,7-1-5-15,-7 1-2 0,4-1-2 0,-4 1 1 0,5-1 8 0,-5 1-12 0,5-3-4 16,-5 3 4-16,4-2-4 0,-4 2 4 0,3-3 9 15,-3 3-13-15,2-2-2 0,-2 2 1 0,3-3-6 16,-3 3 5-16,2-3-2 16,-2 3-1-16,2-3-2 0,-2 3 3 0,0 0 3 15,3-4 8-15,-3 4 0 0,0 0 10 0,2-4 12 0,-2 4-21 16,0 0 3-16,1-3 6 0,-1 3-4 0,0 0 4 16,0 0-44-16,1-4 48 0,-1 4-2 0,0 0-2 15,0 0 12-15,0 0-10 0,0 0 7 16,0 0 4-16,0 0 3 0,-1-3-4 0,1 3 1 15,0 0-6-15,0 0-16 0,0 0 5 16,0 0-13-16,0 0 4 0,0 0-19 0,0 0 9 0,0 0 5 0,-4 2-11 0,4-2 0 16,-2 3 8-16,2-3-2 0,-3 5 7 0,2-2 9 15,1-3 127-15,0 7-152 0,0-3 49 0,0 0-33 16,2-1 5-16,0 2 29 16,0-2 0-16,1 1-10 0,0 0-15 0,2-1 1 0,1 1 13 0,-1-2 53 0,1 1-93 15,1-1-55-15,0 0-64 16,0-1-124-16,1 0-193 0,0 0-227 0,0 0-193 0,-1-2-104 0,2 1-802 15,0-1-577-15</inkml:trace>
    <inkml:trace contextRef="#ctx0" brushRef="#br0" timeOffset="4189.583">360 1031 0 0,'0'0'741'0,"0"0"-389"15,0 0 17-15,0 0-28 0,0 0-48 0,0 0-20 16,0 0-26-16,0 0-26 0,0 0 1 0,0 0-14 15,0 0-12-15,0 0-11 0,0 0 3 0,0 0-5 16,0 0 9-16,0 0 1 0,0 0 1 0,0 0 13 16,0 0-5-16,0 0-8 0,0 0-24 0,6 0-21 15,-6 0-28-15,6-1-23 0,-6 1-14 0,6-1-14 16,-6 1-5-16,7-2-18 0,-7 2-2 0,6-2-7 16,-6 2-6-16,5-2-3 0,-5 2 61 0,6-3-70 0,-6 3 5 15,6-2-2-15,-6 2-7 0,4-2 6 16,-4 2-4-16,5-2-1 0,-5 2-3 0,5-3 0 0,-5 3-3 15,3-3-3-15,-3 3 7 0,3-4 10 0,-3 4-3 16,2-3 7-16,-2 3-1 0,2-3 5 16,-2 3 7-16,1-3 2 0,-1 3-2 0,1-3-7 0,-1 3-1 15,1-4-15-15,-1 4 6 0,1-4 1 0,-1 4-12 16,-1-3 12-16,1 3-7 0,-1-5-6 0,1 5-8 16,-1-4 5-16,1 4-16 0,-1-4 16 0,1 4-2 15,-1-3-3 1,1 3 42-16,-1-4-65 0,1 4 12 0,0 0 17 0,-2-3-7 0,2 3-2 0,0 0-18 15,-3-3 16-15,3 3-6 0,0 0 1 0,-3-3-17 16,3 3 32-16,0 0-6 0,-6-2 4 0,6 2-3 16,0 0-5-16,-5-1-5 15,5 1 3-15,0 0-4 0,-5-2 8 16,5 2 39-16,0 0-29 0,-6-1-15 0,6 1 6 0,0 0-13 0,-7 0 0 16,7 0 24-16,0 0-23 15,-8 0 19-15,8 0-9 0,0 0 2 0,-8 1-5 16,8-1-3-16,-5 1 20 0,5-1 6 0,-5 1-2 0,5-1-23 15,-7 2 0-15,7-2 9 0,-7 1-4 0,7-1 16 0,-7 3 7 16,7-3-2-16,-6 2-26 0,6-2 7 16,-7 3 19-16,7-3-2 0,-5 3 0 0,5-3-9 0,-7 3-4 0,7-3-8 15,-6 3 42-15,6-3-45 0,-7 4-1 0,4-2-4 0,0 0-5 0,-1 0 45 16,1 1-20-16,-1-1-20 0,0 0 18 16,1 1 3-16,-1 0 2 15,1 0-8-15,0 0-7 0,0-1 4 0,0 1 2 0,0 0 4 16,-1 0 0-16,2 0-16 0,-2 0 23 0,1-1-8 15,0 1-2-15,0 1 12 0,1-2-22 0,-1 2 7 16,0-1 9-16,1-1-13 0,0 1 30 0,-1 1-38 16,1-2 12-16,1 2 15 0,-1-2 5 0,0 2-160 15,0-1 185-15,0 0-29 0,0 0-3 0,1 1-11 16,0-1 13-16,1-3-15 0,-3 5-4 0,1-2-5 16,2 1 18-16,0-4 12 0,-2 5 3 0,2-5-38 15,-1 5 15-15,1-5 8 0,-1 6-49 0,1-6 40 0,0 6 13 16,0-6 14-16,0 5-13 0,0-5-1 0,0 5-3 15,0-2-6-15,0-3 2 0,1 3-2 0,-1-3-6 0,1 4 31 16,-1-4-36-16,2 4-3 0,-2-4-2 0,2 3 3 16,-2-3-2-16,5 2 7 0,-5-2 3 0,3 3-8 0,-3-3 43 15,5 1-192-15,-5-1 169 0,5 2 4 0,-5-2-2 16,6 0 1-16,-6 0-13 0,0 0-1 0,9 0 4 16,-9 0-12-16,7 0 29 0,-7 0-62 0,7-1 18 15,-7 1-1-15,7-2-16 0,-7 2 15 0,7-1-11 16,-7 1 37-16,5-1-35 0,-5 1 11 0,5-1 3 15,-5 1 1-15,0 0 7 0,5-2-16 0,-5 2 3 16,0 0 9-16,6-2-6 0,-6 2-6 0,3-2 3 16,-3 2-1-16,5-2-2 0,-5 2-4 0,3-2 0 15,-3 2 4-15,4-3 6 0,-4 3 8 0,4-2 57 0,-4 2-74 16,4-3 10-16,-4 3 2 0,3-3 5 0,-3 3 1 16,3-2-10-16,-3 2 21 0,0 0-3 0,2-2-1 15,-2 2 5-15,0 0-9 0,0 0 4 0,0 0 1 16,3-3 3-16,-3 3-1 0,0 0-2 0,0 0 1 15,0 0-3-15,0 0 0 0,2-3 1 0,-2 3 0 16,3-2-67-16,-3 2 81 0,0 0-6 0,0 0 3 0,3-2-5 16,-3 2 4-16,0 0 0 0,0 0-1 15,0 0 1 1,0 0-10-16,0 0 0 0,0 0-2 0,0 0-7 0,0 0-6 16,0 0 7-16,0 0-76 0,0 0 93 0,0 0-6 15,0 0 7-15,4 2 1 0,-4-2-22 0,0 0 17 16,0 0 0-16,0 0 4 0,0 0-4 0,2 2-6 15,-2-2 7-15,0 0-1 0,0 0 0 0,0 0-5 0,2 4 9 0,-2-4-6 0,0 0 5 16,1 3-3 0,-1-3 2-16,0 0 2 0,2 4-4 0,-2-4-1 0,0 0 4 0,0 0-3 15,2 3 0-15,-2-3 0 0,0 0 2 0,3 2 4 16,-3-2 10-16,0 0-11 0,0 0 8 0,0 0-3 16,7-1 5-16,-7 1-6 0,4-1 4 0,-4 1-92 15,4-2 103-15,-4 2-7 0,4-2 1 0,-4 2-16 0,4-3-19 16,-4 3 21-16,4-4 16 0,-4 4-16 0,4-3-1 15,-4 3 8-15,3-2-15 0,-3 2 8 16,3-3-4-16,-3 3 6 0,0 0-4 0,4-3-65 0,-4 3 83 16,0 0-7-16,0 0-5 0,2-2 3 0,-2 2-8 15,0 0-1-15,0 0 4 0,0 0-6 0,0 0 0 16,0 0 0-16,0 0-1 0,0 0 1 0,0 0-2 16,0 0 64-16,0 0-74 0,0 0-6 0,0 0 6 15,0 0-1-15,0 0-6 0,0 0-4 0,3-2 12 16,-3 2-2-16,0 0-5 0,0 0 7 0,0 0 4 15,0 0 3-15,0 0-1 0,0 0-1 16,2 2 4-16,-2-2 30 0,0 0-31 0,0 0 4 0,0 0-2 16,2 3 0-16,-2-3 5 0,0 0 4 15,0 0-2-15,4 2 2 0,-4-2-1 0,0 0-1 0,0 0-3 16,8 0-3-16,-8 0 2 0,0 0 20 0,6 0-21 16,-6 0-2-16,4-2 5 0,-4 2-2 0,5-1-1 15,-5 1-5-15,6-2-8 0,-6 2 12 0,6-1 3 16,-6 1-7-16,5-2 7 0,-5 2 0 15,5-2 1-15,-5 2 2 0,4-2-9 0,-4 2-2 0,0 0 5 0,4-2 9 16,-4 2-9-16,0 0 1 0,4-2-1 0,-4 2-4 0,0 0 6 0,4-3-4 16,-4 3 12-16,0 0-7 0,2-2 0 0,-2 2-2 15,0 0 3-15,0 0-4 0,0 0-7 0,0 0-1 16,0 0-1-16,3-2-11 0,-3 2-7 0,0 0-9 16,0 0-10-16,0 0 4 0,0 0 9 0,0 0 1 15,0 0 4-15,0 0 10 0,0 0 0 0,0 0 1 16,0 0 4-16,0 0 1 0,0 0 0 0,0 0 8 15,0 0-2-15,0 0 4 0,1 3 6 0,-1-3 4 16,0 0 2-16,0 0 9 0,4 2 4 0,-4-2 5 0,0 0 2 16,4 1 0-16,-4-1 0 0,0 0-1 0,7 1 2 15,-7-1-8-15,0 0-7 0,8-1 3 0,-8 1-2 16,6 0-6-16,-6 0 1 0,7-2 9 0,-7 2-14 16,6-2-5-16,-6 2-5 0,8-3 9 0,-8 3-4 15,6-3-32-15,-3 1 81 0,1 1-55 0,-1-1-6 16,1 0 14-16,-4 2-5 0,5-4 3 0,-5 4-1 15,5-2 1-15,-5 2 4 0,3-3 18 0,-3 3-17 16,0 0 9-16,3-3-3 0,-3 3 0 0,0 0-4 0,0 0-7 16,0 0-3-16,3-2 0 0,-3 2-3 0,0 0 0 15,0 0-8-15,0 0 2 0,0 0 3 0,0 0 2 16,0 0 10-16,0 0 2 0,0 0 1 0,0 0 4 16,0 0 5-16,0 0 8 0,0 0 4 0,0 0-7 15,4-2-17-15,-4 2-2 0,0 0-3 0,0 0-1 16,0 0 1-16,0 0-2 0,4 2-8 0,-4-2 11 15,0 0 1-15,2 3-10 0,-2-3 3 0,3 3 7 16,-3-3 4-16,3 3-8 0,-3-3 5 0,4 3 1 16,-4-3-13-16,4 4 16 0,-4-4-20 0,6 4-9 15,-2-2-26-15,-4-2-22 0,8 2-38 0,-3-1-40 0,0 0-56 16,1-1-72-16,0 1-110 0,0-1-137 16,-6 0-82-16,13-1-32 15,-8 1-169-15,1-1-404 0,-1 0-376 0</inkml:trace>
    <inkml:trace contextRef="#ctx0" brushRef="#br0" timeOffset="5389.0442">583 977 0 0,'0'0'1260'0,"0"0"-562"0,0 0-91 0,0 0-63 16,0 0-41-16,0 0-78 0,0 0-62 0,0 0-66 0,0 0-36 15,0 0-36-15,0 0-31 0,0 0-25 0,0 0-18 16,0 0-14-16,0 0-26 0,3 3-7 16,-3-3-8-16,0 0-6 0,4 3-11 0,-4-3-11 0,3 2-9 0,-3-2 4 0,4 2 115 0,-4-2-164 15,4 4-17 1,-4-4 8-16,3 2 4 0,-3-2-6 0,3 4 1 0,-3-4 8 0,3 3-12 0,-3-3 3 0,1 2 4 15,-1-2 3-15,1 4-20 0,-1-4-23 16,-1 4-39-16,1-4-42 0,-1 3-68 0,1-3-72 0,-4 4-96 16,4-4-146-16,-4 4-165 0,4-4-72 0,-8 3-852 15,8-3-508-15</inkml:trace>
    <inkml:trace contextRef="#ctx0" brushRef="#br0" timeOffset="6625.2332">227 1077 0 0,'0'0'697'16,"0"0"-407"-16,0 0-23 0,0 0 6 0,0 0-22 15,0 0-8-15,0 0-11 0,0 0-16 0,0 0-22 16,0 0-7-16,0 0 15 0,0 0-12 0,0 0 3 16,0 0-10-16,0 0 14 0,0 0-11 0,-3 3 27 15,3-3 3-15,0 0-3 0,0 0 3 0,0 0-3 16,0 0 20-16,0 0-37 0,0 0-8 0,0 0-2 15,0 0-9-15,0 0-24 0,2 2 4 0,-2-2-27 16,0 0-1-16,0 0-3 0,0 0-17 0,0 0-16 0,0 0-18 16,5 0-1-16,-5 0-6 0,0 0-3 15,7-1-42-15,-7 1 6 0,0 0-7 0,9-1 4 0,-9 1-15 16,5 0-5-16,-5 0 3 0,5-1-10 0,-5 1 71 16,6-2-63-16,-6 2-3 0,5-1 3 0,-5 1 2 15,0 0-4-15,7-1-27 0,-7 1 30 0,4-2 10 16,-4 2-18-16,4-2 14 0,-4 2-11 0,0 0 14 15,4-3 25-15,-4 3-40 0,2-2 22 0,-2 2-37 0,0 0 7 16,3-3 12-16,-3 3-7 0,0 0 4 0,0 0-12 31,0 0 3-31,2-3 17 0,-2 3-11 0,0 0 4 0,0 0-10 16,0 0-1-16,0 0 8 0,0 0-2 0,0 0 6 16,-2-3-10-16,2 3-7 0,0 0 20 0,0 0-8 15,0 0 4-15,0 0 24 0,0 0-49 0,0-4 48 16,0 4-35-16,0 0 2 0,0 0 23 0,0 0-33 15,0 0-6-15,0 0 9 0,0 0 21 0,0 0-20 16,0 0 17-16,0 0-6 0,0 0 15 0,0 0 24 16,0 0-2-16,0 0-3 0,0 0 34 0,0 0 18 15,0 0-17-15,0 0-2 0,0 0-6 0,0 0-2 0,0 0-13 16,0 0-17-16,0 0-20 0,0 0-10 16,0 0-22-16,0 0-44 0,0 0-9 0,0 0 17 0,0 0 4 15,-1 4 22-15,1-4-11 0,-1 4 14 0,1-4 45 16,-1 6-34-16,1-6-3 0,0 7-13 0,0-7-15 15,0 6-28-15,0-6-41 0,0 5-66 0,0-5-67 16,0 6-107-16,0-6-129 0,0 6-176 16,0-6-86-16,1 4-76 0,-1-4-778 0,2 3-516 15</inkml:trace>
    <inkml:trace contextRef="#ctx0" brushRef="#br0" timeOffset="7796.1137">14 1036 0 0,'0'0'1365'16,"0"0"-581"-16,0 0-82 0,0 0-3 0,0 0-78 15,0 0-80-15,0 0-71 0,0 0-60 0,6 1-53 0,-6-1-42 16,0 0-61-16,0 0 3 0,0 0-38 16,0 0-19-16,6-1-37 0,-6 1-18 0,0 0-41 15,0 0-19-15,0 0-27 0,0 0-1 0,0 0-18 0,0 0-9 16,0 0 2-16,0 0 11 0,0 0-33 0,0 0-5 15,0 0 7-15,0 0 16 0,0 0-32 0,0 0 20 16,0 0-10-16,0 0 11 0,6 1 0 0,-6-1-5 16,0 0-25-16,0 0-60 0,0 0-37 0,0 0-49 15,0 0-86-15,0 0-132 0,0 0-133 0,3-2-292 16,-3 2-139-16,0 0-1068 0,0 0-658 0</inkml:trace>
    <inkml:trace contextRef="#ctx0" brushRef="#br0" timeOffset="39425.6893">558 1113 0 0,'0'0'585'0,"0"0"-322"16,0 0-26-16,0 0 13 0,0 0 14 15,0 0-33-15,0 0-6 0,0 0-20 0,0 0-17 0,0 0 2 0,0 0-11 0,0 0 8 16,0 0 8-16,0 0 16 0,0 0 12 0,0 0-10 0,0 0-3 16,0 0-2-1,0 0 0-15,0 0 0 0,0 0-10 0,0 0-7 0,0 0-12 0,0 0-17 0,0 0-18 16,0 0-6-1,0 0-24-15,0 0-9 0,0 0-11 0,0 0-12 0,0 0-7 0,0 0 0 0,0 0 0 16,0 0-7-16,0 0-2 0,0 0-5 0,0 0-7 16,0 0-8-16,0 0-5 0,0 0-5 0,0 0-12 15,0 0-3-15,0 0-5 0,0 0-6 0,0 0-4 0,0 0 4 16,0 0-3-16,0 0-10 0,0 0 9 0,0 0 0 16,0 0-8-16,0 0 5 0,0 0 2 0,0 0 5 15,0 0 0-15,0 0 15 0,0 0-8 0,0 0 22 16,0 0 2-16,0 0 5 0,0 0-10 0,0 0 3 15,0 0-5-15,0 0 19 0,0 0-32 0,0 0 27 16,0 0-44-16,0 0 2 0,0 0 17 0,0 0-12 16,0 0 0-16,0 0 14 0,0 0-26 0,4 2 1 15,-4-2 26-15,0 0-12 0,0 0-8 0,0 0 2 0,0 0-2 16,0 0 5-16,0 0-15 0,0 0 0 16,0 0 6-16,0 0-4 0,0 0 4 0,0 0 10 0,0 0-4 15,0 0 18-15,-1 3-35 0,1-3 20 0,0 0-11 16,0 0-11-16,-1 4 48 0,1-4-35 0,0 0 32 15,0 0-57-15,-2 5 27 0,2-5-1 0,0 0-14 16,-2 4 9-16,2-4 1 0,0 0-1 0,-2 3 34 16,2-3-36-16,0 0-73 0,-1 4 90 0,1-4-9 15,0 0 36-15,-1 4-43 0,1-4 3 0,0 0 4 16,-2 3-8-16,2-3-2 0,0 0 3 0,0 0-2 16,-1 4 6-16,1-4-1 0,0 0 6 0,0 0-8 0,0 0 4 15,0 0-2-15,0 0-7 0,0 0 15 16,0 0 36-16,-1 3-55 0,1-3 12 0,0 0 7 0,0 0-11 15,0 0 25-15,0 0-96 16,0 0 76-16,0 0 3 0,0 0 5 0,0 0-11 16,0 0-1-16,0 0-14 0,0 0 8 0,0 0 6 15,0 0 3-15,0 0 0 0,0 0 38 0,0 0-45 16,0 0 6-16,0 0-14 0,0 0 14 0,0 0-5 16,0 0-1-16,0 0 15 0,0 0 2 0,0 0 45 15,0 0-60-15,0 0 1 0,0 0 9 0,0 0 27 16,0 0-165-16,0 0 153 0,0 0-14 0,0 0 9 0,0 0-10 15,0 0 37-15,0 0-41 0,0 0-3 0,0 0 11 16,2-3-14-16,-2 3-8 0,0 0 39 0,0 0-52 16,0 0 11-16,0 0-8 0,0 0 51 0,0 0-48 15,0 0 6-15,0 0 0 0,0 0-3 0,0 0 37 16,0 0-34-16,0 0 11 0,0 0-2 0,0 0 31 16,0 0-48-16,0 0 13 0,0 0 6 0,0 0-4 15,0 0 3-15,0 0 6 0,0 0 4 0,0 0-17 16,0 0-2-16,0 0 7 0,0 0 11 0,0 0 122 0,0 0-157 15,0 0 9-15,0 0 2 0,0 0-1 16,0 0 5-16,0 0 1 0,0 0 31 0,0 0-23 0,0 0-7 16,0 0 9-16,0 0-2 0,0 0-1 0,0 0 37 15,0 0-45-15,0 0 46 0,0 0-48 0,0 0 13 16,0 0-5-16,0 0-3 0,0 0 13 0,0 0-2 16,0 0 1-16,0 0 4 0,0 0-21 0,0 0 20 15,0 0-9-15,0 0 3 0,0 0-1 0,3-2 4 0,-3 2-3 16,0 0 2-16,0 0-2 0,0 0 4 15,0 0-14-15,0 0 18 0,0 0 22 0,0 0-37 16,0 0 23-16,0 0-29 0,0 0 8 0,0 0-2 0,0 0 15 16,0 0 8-16,0 0-26 15,0 0 8-15,0 0-8 0,0 0 6 0,0 0 5 0,0 0-1 0,0 0 5 0,0 0-1 16,0 0-41-16,0 0 37 0,0 0 9 0,0 0-3 16,0 0-2-16,0 0 6 0,0 0-12 0,0 0 3 0,0-5 15 15,0 5-16-15,0 0 3 0,0 0-6 0,0 0 2 16,0 0 10-16,0 0-2 0,0 0-2 0,0 0-3 15,0 0-13-15,0 0 11 0,0 0 2 0,5-1 34 16,-5 1-48-16,0 0 5 0,0 0 1 0,0 0-4 16,4-2 45-16,-4 2-91 15,0 0 50-15,0 0 0 0,0 0-2 0,4-2 41 0,-4 2-45 16,0 0 13-16,3-3 24 0,-3 3-40 0,0 0 5 16,3-2 1-16,-3 2-80 0,0 0 98 0,2-3 1 0,-2 3-4 15,0 0-1-15,2-2 5 0,-2 2-7 0,0 0 3 16,0 0-5-16,4-3-3 0,-4 3 2 0,0 0 1 0,3-2-9 15,-3 2 8-15,0 0-6 0,3-2 0 0,-3 2-3 32,0 0 7-32,2-3 21 0,-2 3-30 0,0 0-13 0,0 0 21 15,0 0-8-15,4-2 0 0,-4 2 2 0,0 0 0 16,0 0 1-16,0 0-2 0,0 0 2 0,0 0 20 0,0 0-11 16,0 0-6-16,0 0-1 0,0 0 7 0,0 0-9 15,6 0 8-15,-6 0 1 0,0 0-3 16,0 0 3-16,0 0-8 0,0 0 8 0,0 0-1 15,0 0 0-15,0 0 4 0,0 0-12 0,0 0-3 0,0 0-8 16,0 0-14-16,0 0-20 0,0 0-3 16,0 0 4-16,0 0-17 0,0 0 1 0,0 0 1 0,0 0 9 15,0 0 9-15,0 0 8 0,0 0 13 0,0 0 4 16,0 0 5-16,0 0 2 0,0 0-1 0,0 0 7 16,0 0 2-16,-4 2 5 0,4-2-5 0,0 0 10 15,0 0 1-15,-5 2-4 0,5-2 4 0,0 0-3 16,-5 2 4-16,5-2-3 0,0 0-3 0,-6 2 6 15,6-2-5-15,-6 1 8 0,6-1-3 0,-4 2 3 0,4-2-4 0,-6 1-2 0,6-1 7 0,-7 1-73 16,7-1 84-16,-5 2-3 0,5-2-3 0,-6 2-13 16,6-2 6-1,-5 1 13-15,5-1-18 0,-5 1-2 0,5-1 1 16,0 0-2-16,-3 2 0 0,3-2 4 0,0 0-3 16,-4 2-8-16,4-2 14 0,0 0 0 0,0 0 1 0,0 0 1 0,0 0 4 15,0 0 12-15,0 0 5 0,0 0 6 0,0 0 2 16,0 0-4-16,0 0 0 0,0 0-5 0,0 0-6 15,0 0-3-15,0 0-8 0,-5 1 2 0,5-1-4 16,0 0 0-16,0 0 0 0,0 0-3 0,0 0 3 16,0 0-1-16,0 0-4 0,0 0-4 0,0 0 6 15,0 0 6-15,0 0-31 0,0 0 29 0,0 0 1 0,0 0-2 16,0 0 3-16,7 0-3 0,-7 0-3 16,0 0 6-16,0 0 2 0,0 0-5 0,8 0 21 15,-8 0-36-15,0 0 1 0,0 0 9 0,0 0-2 0,0 0-2 16,7 0-1-16,-7 0 5 15,0 0-1-15,0 0 1 0,5 1 0 0,-5-1 0 0,0 0 0 0,0 0 0 16,7-1-3-16,-7 1 6 0,0 0-2 0,6-1 5 16,-6 1-9-16,0 0 3 0,7-1-6 0,-7 1 8 15,0 0-2-15,6-1 4 0,-6 1-6 0,0 0 1 16,0 0-25-16,0 0 31 0,5-1-5 0,-5 1-3 16,0 0 16-16,0 0-8 0,0 0-6 15,0 0-1-15,0 0 1 0,7 0 2 0,-7 0 7 0,0 0-71 0,0 0 78 0,0 0-6 16,0 0-3-1,0 0-1-15,5-1 3 0,-5 1-3 0,0 0-3 16,0 0-3-16,0 0-1 0,0 0-10 0,0 0 0 0,0 0-18 16,0 0-3-16,0 0-27 0,0 0-10 0,0 0-22 15,0 0-25-15,0 0-33 0,0 0-54 0,0 0-53 16,0 0-54-16,0 0-59 0,0 0-87 0,0 0-59 16,0 0-27-16,0 0-16 0,0 0-76 0,3-3-277 15,-3 3-111-15</inkml:trace>
    <inkml:trace contextRef="#ctx0" brushRef="#br0" timeOffset="40442.2385">590 1103 0 0,'-2'3'497'0,"2"-3"-226"0,0 0-29 0,0 0-20 0,0 0-1 16,0 0-29-16,-2 3-27 0,2-3-16 15,0 0-14-15,0 0-17 0,0 0-6 0,0 0-6 0,0 0-4 16,0 0-2-16,0 0-78 0,0 0 191 0,0 0-110 16,0 0-6-16,0 0-15 0,0 0-25 15,4 1-9-15,-4-1 14 0,0 0-49 0,0 0 15 0,0 0-9 16,0 0-12-16,4 1 4 0,-4-1-11 0,0 0 7 16,0 0-8-16,0 0 14 0,0 0-3 0,0 0-2 15,5 2-12-15,-5-2 10 0,0 0 4 0,0 0-1 16,0 0-6-16,0 0 0 0,0 0 2 0,7-1 3 15,-7 1-3-15,0 0 2 0,0 0-9 0,0 0 1 0,4-1 94 16,-4 1-111-16,0 0 1 0,0 0 4 16,0 0 5-16,0 0-24 0,0 0 10 0,0 0 16 0,0 0 6 15,0 0-1-15,0 0-8 0,0 0 8 0,0 0-13 16,0 0 8-16,0 0-10 0,0 0 22 0,0 0-3 16,0 0 9-16,0 0-5 0,0 0 6 0,0 0 4 15,0 0-3-15,0 0 4 0,0 0-5 0,0 0-9 16,0 0 9-16,3-2 2 0,-3 2 26 0,0 0-46 15,0 0 4-15,0 0-107 0,0 0 129 0,0 0-5 16,0 0-5-16,0 0-15 0,0 0 15 0,0 0-7 16,0 0 10-16,0 0-8 0,0 0 1 0,0 0-2 0,0 0 9 15,0 0 11-15,0 0-11 0,0 0 47 16,0 0 13-16,0 0 66 0,0 0-81 0,0 0 0 16,0 0-8-16,0 0-8 0,0 0-8 0,0 0-13 0,0 0-17 15,0 0 9-15,0 0 1 0,0 0-12 0,0 0 10 16,-2 3-14-16,2-3 16 0,0 0-29 0,0 0 12 15,0 0-1-15,1 4-3 0,-1-4 11 0,0 0-3 16,0 0 0-16,0 0 13 0,2 3-12 0,-2-3 4 16,0 0 1-16,0 0 4 0,0 0 10 0,0 0-3 15,0 0-9-15,1 3-1 0,-1-3-9 16,0 0 18-16,0 0-21 0,0 0-43 0,0 0-130 0,0 0-123 16,7 0-105-16,-7 0-86 0,0 0-129 0,3-3-359 15,-3 3-175-15</inkml:trace>
    <inkml:trace contextRef="#ctx0" brushRef="#br0" timeOffset="40887.0573">635 1095 0 0,'0'0'908'0,"0"0"-295"0,0 0-29 0,0 0-76 16,0 0-39-16,-6 1-28 16,6-1-73-16,0 0-60 0,0 0-50 0,0 0-35 0,0 0-1 0,0 0 12 0,0 0 12 15,-3 3-8-15,3-3-25 0,0 0-36 0,0 0-18 0,0 0-30 16,0 0-7-16,-2 2-23 0,2-2-20 0,0 0-6 15,0 0-12-15,0 0-8 0,0 0-10 0,0 0-14 16,0 0-3-16,0 0-57 0,0 0-107 0,0 0-164 16,0 0-298-16,0 0-263 0,0 0-275 0,0 0-433 15,2-2-506-15</inkml:trace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dev"/>
          <inkml:channel name="T" type="integer" max="2.14748E9" units="dev"/>
        </inkml:traceFormat>
        <inkml:channelProperties>
          <inkml:channelProperty channel="X" name="resolution" value="1841.87744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09T14:44:52.452"/>
    </inkml:context>
    <inkml:brush xml:id="br0">
      <inkml:brushProperty name="width" value="0.00882" units="cm"/>
      <inkml:brushProperty name="height" value="0.00882" units="cm"/>
      <inkml:brushProperty name="fitToCurve" value="1"/>
    </inkml:brush>
  </inkml:definitions>
  <inkml:traceGroup>
    <inkml:annotationXML>
      <emma:emma xmlns:emma="http://www.w3.org/2003/04/emma" version="1.0">
        <emma:interpretation id="{1BBD96EF-C655-4666-BCD9-868EE4954587}" emma:medium="tactile" emma:mode="ink">
          <msink:context xmlns:msink="http://schemas.microsoft.com/ink/2010/main" type="inkDrawing"/>
        </emma:interpretation>
      </emma:emma>
    </inkml:annotationXML>
    <inkml:trace contextRef="#ctx0" brushRef="#br0">-114 1028 0 0,'0'0'714'0,"0"0"-263"0,0 0 36 16,0 0-43-16,0 0-37 0,0 0-35 0,0 0 19 0,0 0-41 15,0 0-42-15,0 0-32 0,0 0-32 0,0 0-27 0,0 0-29 16,0 0-30-16,0 0-25 0,0 0-67 0,0 0 61 16,0 0-10-16,0 0-5 0,0 0 5 0,0 0-1 15,0 0-8-15,0 0-6 0,0 0-2 0,0 0-6 16,0 0-8-16,0 0-14 0,0 0-11 0,0 0 3 16,0 0-9-16,0 0-11 0,0 0-18 0,0 0-4 15,0 0 0-15,0 0 3 0,0 0-5 0,0 0-6 16,0 0-2-16,0 0 4 0,0 0-2 0,0 0-14 0,0 0-1 15,0 0-5-15,0 0 3 0,0 0-1 0,0 0 3 16,3 2 1-16,-3-2-6 0,0 0 6 16,1 4-5-16,-1-4 3 0,0 0 1 0,1 3-6 0,-1-3 12 15,1 4 2-15,-1-4-17 0,1 3 10 0,-1-3 4 16,1 5 10-16,-1-5 0 0,0 5-18 0,0-5 19 16,0 5-8-16,0-5 1 0,0 5 13 0,0-5-22 15,0 5 14-15,0-5-16 0,0 6-1 0,0-6 11 16,0 4-7-16,0-4 35 0,0 5-29 0,0-5-16 15,0 5 7-15,0-5 4 0,1 4-4 0,-1-4 9 16,0 5-5-16,0-5 4 0,1 4 6 0,-1-4-20 0,1 5 16 16,-1-5-10-16,0 4-4 0,0-4 3 0,1 4 8 15,-1-4-8-15,0 4 2 16,0-4-2-16,1 3 11 0,-1-3-7 0,0 0-1 0,2 4 0 0,-2-4 4 0,0 0 3 16,0 0-8-16,0 0 2 15,0 3 1-15,0-3 7 0,0 0 1 0,0 0 22 0,0 0-8 16,0 0 11-16,0 0 13 0,0 0 4 15,0 0 31-15,0 0-29 0,7-1 23 0,-7 1-50 16,3-2 2-16,-3 2-16 0,4-4-14 0,-4 4 12 0,5-5 7 16,-3 3-13-16,1-1 5 0,-1 0 11 15,1-1-13-15,-1 0 2 0,1 1 7 0,0 0-13 16,-1-1-6-16,1 0 3 0,-1 0-9 0,1 1 21 0,0-1-9 0,-1 1-9 0,1-2 7 16,-1 2-3-16,1-1-1 0,0 1-10 0,0-1-1 15,-1 0-176-15,1 1 153 0,0-1-14 0,-1 1-13 16,1-1-20-16,-1 0-46 0,0 0-1 0,0 1-66 15,0-1-39-15,0 1-73 0,-1 0-86 0,-1 3-124 0,3-5-106 16,-3 5-43-16,2-5-54 0,-2 5-517 0,3-5-389 16</inkml:trace>
    <inkml:trace contextRef="#ctx0" brushRef="#br0" timeOffset="1588.4275">10 1076 0 0,'0'0'1099'0,"0"0"-549"16,0 0-50-16,0 0-45 0,0 0-42 0,0 0-17 0,0 0-52 0,0 0-50 15,3-1-47-15,-3 1-45 0,0 0-34 0,0 0-40 0,0 0-23 16,0 0-29-16,0 0-15 0,0 0-18 0,0 0-7 15,0 0-8-15,-2 2-6 0,2-2 7 0,0 0 6 16,-1 5 4-16,1-5 3 0,-1 3 16 0,1-3 3 0,0 5-3 16,0-5-1-16,-1 4 9 0,1-4-9 15,-2 6 3-15,2-6-11 0,-2 5 1 0,1-1-14 0,0-1-1 16,-1 0 5-16,2 0-18 0,0-3 1 0,-1 6-2 16,1-6-8-16,0 5-3 0,0-5 0 0,-1 4-5 15,1-4-15-15,0 0 17 0,-1 4 2 0,1-4 8 16,0 0 15-16,0 0 21 0,0 0 29 0,0 0-1 15,0 0 22-15,0 0-11 0,0 0-25 0,0 0-15 0,0 0-12 16,7-2-7-16,-7 2-1 0,3-2-10 0,-3 2-13 16,3-5 7-16,-3 5-5 0,4-4-14 0,-4 4-21 15,4-5 5 1,-2 2-4-16,-2 3-5 0,3-5 1 0,-3 5 6 0,3-4 6 0,-3 4-2 0,3-4 4 16,-3 4 0-1,2-3 5-15,-2 3 4 0,0 0-1 0,2-4-4 0,-2 4 6 16,0 0-4-16,0 0-2 0,0 0 5 0,1-3-13 15,-1 3-2-15,0 0-11 0,0 0-4 0,0 0 5 16,0 0 2-16,0 0 5 0,0 0 5 0,1 3 5 16,-1-3-2-16,0 0 6 0,0 0 2 0,0 5-1 15,0-5 2-15,0 0 5 0,0 3 2 0,0-3-1 16,0 0 1-16,1 5-1 0,-1-5 1 0,0 0-8 16,-1 5 16-16,1-5-7 0,1 3 0 15,-1-3 5-15,0 0 4 0,2 2 0 0,-2-2 2 0,0 0 5 16,0 0 5-16,2 3 8 0,-2-3 0 0,0 0-1 15,0 0 3-15,0 0-5 0,6-2-7 0,-6 2 8 16,3-2-17-16,-3 2-3 0,4-3 0 0,-4 3-4 16,3-4-5-16,-3 4-2 0,4-3-3 0,-4 3 4 0,3-4 88 15,-3 4-216-15,0 0 143 0,3-2-16 0,-3 2-1 16,0 0 4-16,0 0-18 0,0 0 35 16,3-2-33-16,-3 2-6 0,0 0-6 0,0 0-4 0,0 0-4 0,0 0 5 0,0 0 5 0,0 0 5 15,0 0 30-15,0 0-28 0,0 0 2 0,0 0 3 16,1 3 4-16,-1-3 7 0,0 0 3 0,0 0 4 15,3 3 7-15,-3-3 6 16,0 0 11-16,2 3-6 0,-2-3 10 16,0 0 1-16,3 1 15 0,-3-1 91 0,0 0-125 0,0 0 4 15,7 3 5-15,-7-3-8 0,5-2 8 0,-5 2-12 0,5-1-6 16,-5 1 3-16,5-1-2 0,-5 1 1 0,4-2 0 16,-4 2-5-16,5-3-2 0,-5 3 3 0,3-1 1 15,-3 1-4-15,0 0 2 0,3-2-7 0,-3 2 13 16,0 0-10-16,0 0 4 0,0 0-19 0,0 0 14 0,3-2-21 15,-3 2 8-15,0 0-20 0,0 0-3 0,0 0-9 16,0 0 4-16,0 0-3 0,0 0 3 0,0 0 6 0,0 0 1 16,0 0 8-16,0 0-3 0,0 0 14 0,0 0 1 15,0 0 10-15,0 0 3 0,4 2 9 0,-4-2-3 0,0 0-14 16,0 0 32-16,5 2 7 0,-5-2 0 16,0 0-5-16,0 0-3 15,7-1-5-15,-7 1-2 0,4-1-2 0,-4 1 1 0,5-1 8 0,-5 1-12 0,5-3-4 16,-5 3 4-16,4-2-4 0,-4 2 4 0,3-3 9 15,-3 3-13-15,2-2-2 0,-2 2 1 0,3-3-6 16,-3 3 5-16,2-3-2 16,-2 3-1-16,2-3-2 0,-2 3 3 0,0 0 3 15,3-4 8-15,-3 4 0 0,0 0 10 0,2-4 12 0,-2 4-21 16,0 0 3-16,1-3 6 0,-1 3-4 0,0 0 4 16,0 0-44-16,1-4 48 0,-1 4-2 0,0 0-2 15,0 0 12-15,0 0-10 0,0 0 7 16,0 0 4-16,0 0 3 0,-1-3-4 0,1 3 1 15,0 0-6-15,0 0-16 0,0 0 5 16,0 0-13-16,0 0 4 0,0 0-19 0,0 0 9 0,0 0 5 0,-4 2-11 0,4-2 0 16,-2 3 8-16,2-3-2 0,-3 5 7 0,2-2 9 15,1-3 127-15,0 7-152 0,0-3 49 0,0 0-33 16,2-1 5-16,0 2 29 16,0-2 0-16,1 1-10 0,0 0-15 0,2-1 1 0,1 1 13 0,-1-2 53 0,1 1-93 15,1-1-55-15,0 0-64 16,0-1-124-16,1 0-193 0,0 0-227 0,0 0-193 0,-1-2-104 0,2 1-802 15,0-1-577-15</inkml:trace>
    <inkml:trace contextRef="#ctx0" brushRef="#br0" timeOffset="4189.583">360 1031 0 0,'0'0'741'0,"0"0"-389"15,0 0 17-15,0 0-28 0,0 0-48 0,0 0-20 16,0 0-26-16,0 0-26 0,0 0 1 0,0 0-14 15,0 0-12-15,0 0-11 0,0 0 3 0,0 0-5 16,0 0 9-16,0 0 1 0,0 0 1 0,0 0 13 16,0 0-5-16,0 0-8 0,0 0-24 0,6 0-21 15,-6 0-28-15,6-1-23 0,-6 1-14 0,6-1-14 16,-6 1-5-16,7-2-18 0,-7 2-2 0,6-2-7 16,-6 2-6-16,5-2-3 0,-5 2 61 0,6-3-70 0,-6 3 5 15,6-2-2-15,-6 2-7 0,4-2 6 16,-4 2-4-16,5-2-1 0,-5 2-3 0,5-3 0 0,-5 3-3 15,3-3-3-15,-3 3 7 0,3-4 10 0,-3 4-3 16,2-3 7-16,-2 3-1 0,2-3 5 16,-2 3 7-16,1-3 2 0,-1 3-2 0,1-3-7 0,-1 3-1 15,1-4-15-15,-1 4 6 0,1-4 1 0,-1 4-12 16,-1-3 12-16,1 3-7 0,-1-5-6 0,1 5-8 16,-1-4 5-16,1 4-16 0,-1-4 16 0,1 4-2 15,-1-3-3 1,1 3 42-16,-1-4-65 0,1 4 12 0,0 0 17 0,-2-3-7 0,2 3-2 0,0 0-18 15,-3-3 16-15,3 3-6 0,0 0 1 0,-3-3-17 16,3 3 32-16,0 0-6 0,-6-2 4 0,6 2-3 16,0 0-5-16,-5-1-5 15,5 1 3-15,0 0-4 0,-5-2 8 16,5 2 39-16,0 0-29 0,-6-1-15 0,6 1 6 0,0 0-13 0,-7 0 0 16,7 0 24-16,0 0-23 15,-8 0 19-15,8 0-9 0,0 0 2 0,-8 1-5 16,8-1-3-16,-5 1 20 0,5-1 6 0,-5 1-2 0,5-1-23 15,-7 2 0-15,7-2 9 0,-7 1-4 0,7-1 16 0,-7 3 7 16,7-3-2-16,-6 2-26 0,6-2 7 16,-7 3 19-16,7-3-2 0,-5 3 0 0,5-3-9 0,-7 3-4 0,7-3-8 15,-6 3 42-15,6-3-45 0,-7 4-1 0,4-2-4 0,0 0-5 0,-1 0 45 16,1 1-20-16,-1-1-20 0,0 0 18 16,1 1 3-16,-1 0 2 15,1 0-8-15,0 0-7 0,0-1 4 0,0 1 2 0,0 0 4 16,-1 0 0-16,2 0-16 0,-2 0 23 0,1-1-8 15,0 1-2-15,0 1 12 0,1-2-22 0,-1 2 7 16,0-1 9-16,1-1-13 0,0 1 30 0,-1 1-38 16,1-2 12-16,1 2 15 0,-1-2 5 0,0 2-160 15,0-1 185-15,0 0-29 0,0 0-3 0,1 1-11 16,0-1 13-16,1-3-15 0,-3 5-4 0,1-2-5 16,2 1 18-16,0-4 12 0,-2 5 3 0,2-5-38 15,-1 5 15-15,1-5 8 0,-1 6-49 0,1-6 40 0,0 6 13 16,0-6 14-16,0 5-13 0,0-5-1 0,0 5-3 15,0-2-6-15,0-3 2 0,1 3-2 0,-1-3-6 0,1 4 31 16,-1-4-36-16,2 4-3 0,-2-4-2 0,2 3 3 16,-2-3-2-16,5 2 7 0,-5-2 3 0,3 3-8 0,-3-3 43 15,5 1-192-15,-5-1 169 0,5 2 4 0,-5-2-2 16,6 0 1-16,-6 0-13 0,0 0-1 0,9 0 4 16,-9 0-12-16,7 0 29 0,-7 0-62 0,7-1 18 15,-7 1-1-15,7-2-16 0,-7 2 15 0,7-1-11 16,-7 1 37-16,5-1-35 0,-5 1 11 0,5-1 3 15,-5 1 1-15,0 0 7 0,5-2-16 0,-5 2 3 16,0 0 9-16,6-2-6 0,-6 2-6 0,3-2 3 16,-3 2-1-16,5-2-2 0,-5 2-4 0,3-2 0 15,-3 2 4-15,4-3 6 0,-4 3 8 0,4-2 57 0,-4 2-74 16,4-3 10-16,-4 3 2 0,3-3 5 0,-3 3 1 16,3-2-10-16,-3 2 21 0,0 0-3 0,2-2-1 15,-2 2 5-15,0 0-9 0,0 0 4 0,0 0 1 16,3-3 3-16,-3 3-1 0,0 0-2 0,0 0 1 15,0 0-3-15,0 0 0 0,2-3 1 0,-2 3 0 16,3-2-67-16,-3 2 81 0,0 0-6 0,0 0 3 0,3-2-5 16,-3 2 4-16,0 0 0 0,0 0-1 15,0 0 1 1,0 0-10-16,0 0 0 0,0 0-2 0,0 0-7 0,0 0-6 16,0 0 7-16,0 0-76 0,0 0 93 0,0 0-6 15,0 0 7-15,4 2 1 0,-4-2-22 0,0 0 17 16,0 0 0-16,0 0 4 0,0 0-4 0,2 2-6 15,-2-2 7-15,0 0-1 0,0 0 0 0,0 0-5 0,2 4 9 0,-2-4-6 0,0 0 5 16,1 3-3 0,-1-3 2-16,0 0 2 0,2 4-4 0,-2-4-1 0,0 0 4 0,0 0-3 15,2 3 0-15,-2-3 0 0,0 0 2 0,3 2 4 16,-3-2 10-16,0 0-11 0,0 0 8 0,0 0-3 16,7-1 5-16,-7 1-6 0,4-1 4 0,-4 1-92 15,4-2 103-15,-4 2-7 0,4-2 1 0,-4 2-16 0,4-3-19 16,-4 3 21-16,4-4 16 0,-4 4-16 0,4-3-1 15,-4 3 8-15,3-2-15 0,-3 2 8 16,3-3-4-16,-3 3 6 0,0 0-4 0,4-3-65 0,-4 3 83 16,0 0-7-16,0 0-5 0,2-2 3 0,-2 2-8 15,0 0-1-15,0 0 4 0,0 0-6 0,0 0 0 16,0 0 0-16,0 0-1 0,0 0 1 0,0 0-2 16,0 0 64-16,0 0-74 0,0 0-6 0,0 0 6 15,0 0-1-15,0 0-6 0,0 0-4 0,3-2 12 16,-3 2-2-16,0 0-5 0,0 0 7 0,0 0 4 15,0 0 3-15,0 0-1 0,0 0-1 16,2 2 4-16,-2-2 30 0,0 0-31 0,0 0 4 0,0 0-2 16,2 3 0-16,-2-3 5 0,0 0 4 15,0 0-2-15,4 2 2 0,-4-2-1 0,0 0-1 0,0 0-3 16,8 0-3-16,-8 0 2 0,0 0 20 0,6 0-21 16,-6 0-2-16,4-2 5 0,-4 2-2 0,5-1-1 15,-5 1-5-15,6-2-8 0,-6 2 12 0,6-1 3 16,-6 1-7-16,5-2 7 0,-5 2 0 15,5-2 1-15,-5 2 2 0,4-2-9 0,-4 2-2 0,0 0 5 0,4-2 9 16,-4 2-9-16,0 0 1 0,4-2-1 0,-4 2-4 0,0 0 6 0,4-3-4 16,-4 3 12-16,0 0-7 0,2-2 0 0,-2 2-2 15,0 0 3-15,0 0-4 0,0 0-7 0,0 0-1 16,0 0-1-16,3-2-11 0,-3 2-7 0,0 0-9 16,0 0-10-16,0 0 4 0,0 0 9 0,0 0 1 15,0 0 4-15,0 0 10 0,0 0 0 0,0 0 1 16,0 0 4-16,0 0 1 0,0 0 0 0,0 0 8 15,0 0-2-15,0 0 4 0,1 3 6 0,-1-3 4 16,0 0 2-16,0 0 9 0,4 2 4 0,-4-2 5 0,0 0 2 16,4 1 0-16,-4-1 0 0,0 0-1 0,7 1 2 15,-7-1-8-15,0 0-7 0,8-1 3 0,-8 1-2 16,6 0-6-16,-6 0 1 0,7-2 9 0,-7 2-14 16,6-2-5-16,-6 2-5 0,8-3 9 0,-8 3-4 15,6-3-32-15,-3 1 81 0,1 1-55 0,-1-1-6 16,1 0 14-16,-4 2-5 0,5-4 3 0,-5 4-1 15,5-2 1-15,-5 2 4 0,3-3 18 0,-3 3-17 16,0 0 9-16,3-3-3 0,-3 3 0 0,0 0-4 0,0 0-7 16,0 0-3-16,3-2 0 0,-3 2-3 0,0 0 0 15,0 0-8-15,0 0 2 0,0 0 3 0,0 0 2 16,0 0 10-16,0 0 2 0,0 0 1 0,0 0 4 16,0 0 5-16,0 0 8 0,0 0 4 0,0 0-7 15,4-2-17-15,-4 2-2 0,0 0-3 0,0 0-1 16,0 0 1-16,0 0-2 0,4 2-8 0,-4-2 11 15,0 0 1-15,2 3-10 0,-2-3 3 0,3 3 7 16,-3-3 4-16,3 3-8 0,-3-3 5 0,4 3 1 16,-4-3-13-16,4 4 16 0,-4-4-20 0,6 4-9 15,-2-2-26-15,-4-2-22 0,8 2-38 0,-3-1-40 0,0 0-56 16,1-1-72-16,0 1-110 0,0-1-137 16,-6 0-82-16,13-1-32 15,-8 1-169-15,1-1-404 0,-1 0-376 0</inkml:trace>
    <inkml:trace contextRef="#ctx0" brushRef="#br0" timeOffset="5389.0442">583 977 0 0,'0'0'1260'0,"0"0"-562"0,0 0-91 0,0 0-63 16,0 0-41-16,0 0-78 0,0 0-62 0,0 0-66 0,0 0-36 15,0 0-36-15,0 0-31 0,0 0-25 0,0 0-18 16,0 0-14-16,0 0-26 0,3 3-7 16,-3-3-8-16,0 0-6 0,4 3-11 0,-4-3-11 0,3 2-9 0,-3-2 4 0,4 2 115 0,-4-2-164 15,4 4-17 1,-4-4 8-16,3 2 4 0,-3-2-6 0,3 4 1 0,-3-4 8 0,3 3-12 0,-3-3 3 0,1 2 4 15,-1-2 3-15,1 4-20 0,-1-4-23 16,-1 4-39-16,1-4-42 0,-1 3-68 0,1-3-72 0,-4 4-96 16,4-4-146-16,-4 4-165 0,4-4-72 0,-8 3-852 15,8-3-508-15</inkml:trace>
    <inkml:trace contextRef="#ctx0" brushRef="#br0" timeOffset="6625.2332">227 1077 0 0,'0'0'697'16,"0"0"-407"-16,0 0-23 0,0 0 6 0,0 0-22 15,0 0-8-15,0 0-11 0,0 0-16 0,0 0-22 16,0 0-7-16,0 0 15 0,0 0-12 0,0 0 3 16,0 0-10-16,0 0 14 0,0 0-11 0,-3 3 27 15,3-3 3-15,0 0-3 0,0 0 3 0,0 0-3 16,0 0 20-16,0 0-37 0,0 0-8 0,0 0-2 15,0 0-9-15,0 0-24 0,2 2 4 0,-2-2-27 16,0 0-1-16,0 0-3 0,0 0-17 0,0 0-16 0,0 0-18 16,5 0-1-16,-5 0-6 0,0 0-3 15,7-1-42-15,-7 1 6 0,0 0-7 0,9-1 4 0,-9 1-15 16,5 0-5-16,-5 0 3 0,5-1-10 0,-5 1 71 16,6-2-63-16,-6 2-3 0,5-1 3 0,-5 1 2 15,0 0-4-15,7-1-27 0,-7 1 30 0,4-2 10 16,-4 2-18-16,4-2 14 0,-4 2-11 0,0 0 14 15,4-3 25-15,-4 3-40 0,2-2 22 0,-2 2-37 0,0 0 7 16,3-3 12-16,-3 3-7 0,0 0 4 0,0 0-12 31,0 0 3-31,2-3 17 0,-2 3-11 0,0 0 4 0,0 0-10 16,0 0-1-16,0 0 8 0,0 0-2 0,0 0 6 16,-2-3-10-16,2 3-7 0,0 0 20 0,0 0-8 15,0 0 4-15,0 0 24 0,0 0-49 0,0-4 48 16,0 4-35-16,0 0 2 0,0 0 23 0,0 0-33 15,0 0-6-15,0 0 9 0,0 0 21 0,0 0-20 16,0 0 17-16,0 0-6 0,0 0 15 0,0 0 24 16,0 0-2-16,0 0-3 0,0 0 34 0,0 0 18 15,0 0-17-15,0 0-2 0,0 0-6 0,0 0-2 0,0 0-13 16,0 0-17-16,0 0-20 0,0 0-10 16,0 0-22-16,0 0-44 0,0 0-9 0,0 0 17 0,0 0 4 15,-1 4 22-15,1-4-11 0,-1 4 14 0,1-4 45 16,-1 6-34-16,1-6-3 0,0 7-13 0,0-7-15 15,0 6-28-15,0-6-41 0,0 5-66 0,0-5-67 16,0 6-107-16,0-6-129 0,0 6-176 16,0-6-86-16,1 4-76 0,-1-4-778 0,2 3-516 15</inkml:trace>
    <inkml:trace contextRef="#ctx0" brushRef="#br0" timeOffset="7796.1137">14 1036 0 0,'0'0'1365'16,"0"0"-581"-16,0 0-82 0,0 0-3 0,0 0-78 15,0 0-80-15,0 0-71 0,0 0-60 0,6 1-53 0,-6-1-42 16,0 0-61-16,0 0 3 0,0 0-38 16,0 0-19-16,6-1-37 0,-6 1-18 0,0 0-41 15,0 0-19-15,0 0-27 0,0 0-1 0,0 0-18 0,0 0-9 16,0 0 2-16,0 0 11 0,0 0-33 0,0 0-5 15,0 0 7-15,0 0 16 0,0 0-32 0,0 0 20 16,0 0-10-16,0 0 11 0,6 1 0 0,-6-1-5 16,0 0-25-16,0 0-60 0,0 0-37 0,0 0-49 15,0 0-86-15,0 0-132 0,0 0-133 0,3-2-292 16,-3 2-139-16,0 0-1068 0,0 0-658 0</inkml:trace>
    <inkml:trace contextRef="#ctx0" brushRef="#br0" timeOffset="39425.6893">558 1113 0 0,'0'0'585'0,"0"0"-322"16,0 0-26-16,0 0 13 0,0 0 14 15,0 0-33-15,0 0-6 0,0 0-20 0,0 0-17 0,0 0 2 0,0 0-11 0,0 0 8 16,0 0 8-16,0 0 16 0,0 0 12 0,0 0-10 0,0 0-3 16,0 0-2-1,0 0 0-15,0 0 0 0,0 0-10 0,0 0-7 0,0 0-12 0,0 0-17 0,0 0-18 16,0 0-6-1,0 0-24-15,0 0-9 0,0 0-11 0,0 0-12 0,0 0-7 0,0 0 0 0,0 0 0 16,0 0-7-16,0 0-2 0,0 0-5 0,0 0-7 16,0 0-8-16,0 0-5 0,0 0-5 0,0 0-12 15,0 0-3-15,0 0-5 0,0 0-6 0,0 0-4 0,0 0 4 16,0 0-3-16,0 0-10 0,0 0 9 0,0 0 0 16,0 0-8-16,0 0 5 0,0 0 2 0,0 0 5 15,0 0 0-15,0 0 15 0,0 0-8 0,0 0 22 16,0 0 2-16,0 0 5 0,0 0-10 0,0 0 3 15,0 0-5-15,0 0 19 0,0 0-32 0,0 0 27 16,0 0-44-16,0 0 2 0,0 0 17 0,0 0-12 16,0 0 0-16,0 0 14 0,0 0-26 0,4 2 1 15,-4-2 26-15,0 0-12 0,0 0-8 0,0 0 2 0,0 0-2 16,0 0 5-16,0 0-15 0,0 0 0 16,0 0 6-16,0 0-4 0,0 0 4 0,0 0 10 0,0 0-4 15,0 0 18-15,-1 3-35 0,1-3 20 0,0 0-11 16,0 0-11-16,-1 4 48 0,1-4-35 0,0 0 32 15,0 0-57-15,-2 5 27 0,2-5-1 0,0 0-14 16,-2 4 9-16,2-4 1 0,0 0-1 0,-2 3 34 16,2-3-36-16,0 0-73 0,-1 4 90 0,1-4-9 15,0 0 36-15,-1 4-43 0,1-4 3 0,0 0 4 16,-2 3-8-16,2-3-2 0,0 0 3 0,0 0-2 16,-1 4 6-16,1-4-1 0,0 0 6 0,0 0-8 0,0 0 4 15,0 0-2-15,0 0-7 0,0 0 15 16,0 0 36-16,-1 3-55 0,1-3 12 0,0 0 7 0,0 0-11 15,0 0 25-15,0 0-96 16,0 0 76-16,0 0 3 0,0 0 5 0,0 0-11 16,0 0-1-16,0 0-14 0,0 0 8 0,0 0 6 15,0 0 3-15,0 0 0 0,0 0 38 0,0 0-45 16,0 0 6-16,0 0-14 0,0 0 14 0,0 0-5 16,0 0-1-16,0 0 15 0,0 0 2 0,0 0 45 15,0 0-60-15,0 0 1 0,0 0 9 0,0 0 27 16,0 0-165-16,0 0 153 0,0 0-14 0,0 0 9 0,0 0-10 15,0 0 37-15,0 0-41 0,0 0-3 0,0 0 11 16,2-3-14-16,-2 3-8 0,0 0 39 0,0 0-52 16,0 0 11-16,0 0-8 0,0 0 51 0,0 0-48 15,0 0 6-15,0 0 0 0,0 0-3 0,0 0 37 16,0 0-34-16,0 0 11 0,0 0-2 0,0 0 31 16,0 0-48-16,0 0 13 0,0 0 6 0,0 0-4 15,0 0 3-15,0 0 6 0,0 0 4 0,0 0-17 16,0 0-2-16,0 0 7 0,0 0 11 0,0 0 122 0,0 0-157 15,0 0 9-15,0 0 2 0,0 0-1 16,0 0 5-16,0 0 1 0,0 0 31 0,0 0-23 0,0 0-7 16,0 0 9-16,0 0-2 0,0 0-1 0,0 0 37 15,0 0-45-15,0 0 46 0,0 0-48 0,0 0 13 16,0 0-5-16,0 0-3 0,0 0 13 0,0 0-2 16,0 0 1-16,0 0 4 0,0 0-21 0,0 0 20 15,0 0-9-15,0 0 3 0,0 0-1 0,3-2 4 0,-3 2-3 16,0 0 2-16,0 0-2 0,0 0 4 15,0 0-14-15,0 0 18 0,0 0 22 0,0 0-37 16,0 0 23-16,0 0-29 0,0 0 8 0,0 0-2 0,0 0 15 16,0 0 8-16,0 0-26 15,0 0 8-15,0 0-8 0,0 0 6 0,0 0 5 0,0 0-1 0,0 0 5 0,0 0-1 16,0 0-41-16,0 0 37 0,0 0 9 0,0 0-3 16,0 0-2-16,0 0 6 0,0 0-12 0,0 0 3 0,0-5 15 15,0 5-16-15,0 0 3 0,0 0-6 0,0 0 2 16,0 0 10-16,0 0-2 0,0 0-2 0,0 0-3 15,0 0-13-15,0 0 11 0,0 0 2 0,5-1 34 16,-5 1-48-16,0 0 5 0,0 0 1 0,0 0-4 16,4-2 45-16,-4 2-91 15,0 0 50-15,0 0 0 0,0 0-2 0,4-2 41 0,-4 2-45 16,0 0 13-16,3-3 24 0,-3 3-40 0,0 0 5 16,3-2 1-16,-3 2-80 0,0 0 98 0,2-3 1 0,-2 3-4 15,0 0-1-15,2-2 5 0,-2 2-7 0,0 0 3 16,0 0-5-16,4-3-3 0,-4 3 2 0,0 0 1 0,3-2-9 15,-3 2 8-15,0 0-6 0,3-2 0 0,-3 2-3 32,0 0 7-32,2-3 21 0,-2 3-30 0,0 0-13 0,0 0 21 15,0 0-8-15,4-2 0 0,-4 2 2 0,0 0 0 16,0 0 1-16,0 0-2 0,0 0 2 0,0 0 20 0,0 0-11 16,0 0-6-16,0 0-1 0,0 0 7 0,0 0-9 15,6 0 8-15,-6 0 1 0,0 0-3 16,0 0 3-16,0 0-8 0,0 0 8 0,0 0-1 15,0 0 0-15,0 0 4 0,0 0-12 0,0 0-3 0,0 0-8 16,0 0-14-16,0 0-20 0,0 0-3 16,0 0 4-16,0 0-17 0,0 0 1 0,0 0 1 0,0 0 9 15,0 0 9-15,0 0 8 0,0 0 13 0,0 0 4 16,0 0 5-16,0 0 2 0,0 0-1 0,0 0 7 16,0 0 2-16,-4 2 5 0,4-2-5 0,0 0 10 15,0 0 1-15,-5 2-4 0,5-2 4 0,0 0-3 16,-5 2 4-16,5-2-3 0,0 0-3 0,-6 2 6 15,6-2-5-15,-6 1 8 0,6-1-3 0,-4 2 3 0,4-2-4 0,-6 1-2 0,6-1 7 0,-7 1-73 16,7-1 84-16,-5 2-3 0,5-2-3 0,-6 2-13 16,6-2 6-1,-5 1 13-15,5-1-18 0,-5 1-2 0,5-1 1 16,0 0-2-16,-3 2 0 0,3-2 4 0,0 0-3 16,-4 2-8-16,4-2 14 0,0 0 0 0,0 0 1 0,0 0 1 0,0 0 4 15,0 0 12-15,0 0 5 0,0 0 6 0,0 0 2 16,0 0-4-16,0 0 0 0,0 0-5 0,0 0-6 15,0 0-3-15,0 0-8 0,-5 1 2 0,5-1-4 16,0 0 0-16,0 0 0 0,0 0-3 0,0 0 3 16,0 0-1-16,0 0-4 0,0 0-4 0,0 0 6 15,0 0 6-15,0 0-31 0,0 0 29 0,0 0 1 0,0 0-2 16,0 0 3-16,7 0-3 0,-7 0-3 16,0 0 6-16,0 0 2 0,0 0-5 0,8 0 21 15,-8 0-36-15,0 0 1 0,0 0 9 0,0 0-2 0,0 0-2 16,7 0-1-16,-7 0 5 15,0 0-1-15,0 0 1 0,5 1 0 0,-5-1 0 0,0 0 0 0,0 0 0 16,7-1-3-16,-7 1 6 0,0 0-2 0,6-1 5 16,-6 1-9-16,0 0 3 0,7-1-6 0,-7 1 8 15,0 0-2-15,6-1 4 0,-6 1-6 0,0 0 1 16,0 0-25-16,0 0 31 0,5-1-5 0,-5 1-3 16,0 0 16-16,0 0-8 0,0 0-6 15,0 0-1-15,0 0 1 0,7 0 2 0,-7 0 7 0,0 0-71 0,0 0 78 0,0 0-6 16,0 0-3-1,0 0-1-15,5-1 3 0,-5 1-3 0,0 0-3 16,0 0-3-16,0 0-1 0,0 0-10 0,0 0 0 0,0 0-18 16,0 0-3-16,0 0-27 0,0 0-10 0,0 0-22 15,0 0-25-15,0 0-33 0,0 0-54 0,0 0-53 16,0 0-54-16,0 0-59 0,0 0-87 0,0 0-59 16,0 0-27-16,0 0-16 0,0 0-76 0,3-3-277 15,-3 3-111-15</inkml:trace>
    <inkml:trace contextRef="#ctx0" brushRef="#br0" timeOffset="40442.2385">590 1103 0 0,'-2'3'497'0,"2"-3"-226"0,0 0-29 0,0 0-20 0,0 0-1 16,0 0-29-16,-2 3-27 0,2-3-16 15,0 0-14-15,0 0-17 0,0 0-6 0,0 0-6 0,0 0-4 16,0 0-2-16,0 0-78 0,0 0 191 0,0 0-110 16,0 0-6-16,0 0-15 0,0 0-25 15,4 1-9-15,-4-1 14 0,0 0-49 0,0 0 15 0,0 0-9 16,0 0-12-16,4 1 4 0,-4-1-11 0,0 0 7 16,0 0-8-16,0 0 14 0,0 0-3 0,0 0-2 15,5 2-12-15,-5-2 10 0,0 0 4 0,0 0-1 16,0 0-6-16,0 0 0 0,0 0 2 0,7-1 3 15,-7 1-3-15,0 0 2 0,0 0-9 0,0 0 1 0,4-1 94 16,-4 1-111-16,0 0 1 0,0 0 4 16,0 0 5-16,0 0-24 0,0 0 10 0,0 0 16 0,0 0 6 15,0 0-1-15,0 0-8 0,0 0 8 0,0 0-13 16,0 0 8-16,0 0-10 0,0 0 22 0,0 0-3 16,0 0 9-16,0 0-5 0,0 0 6 0,0 0 4 15,0 0-3-15,0 0 4 0,0 0-5 0,0 0-9 16,0 0 9-16,3-2 2 0,-3 2 26 0,0 0-46 15,0 0 4-15,0 0-107 0,0 0 129 0,0 0-5 16,0 0-5-16,0 0-15 0,0 0 15 0,0 0-7 16,0 0 10-16,0 0-8 0,0 0 1 0,0 0-2 0,0 0 9 15,0 0 11-15,0 0-11 0,0 0 47 16,0 0 13-16,0 0 66 0,0 0-81 0,0 0 0 16,0 0-8-16,0 0-8 0,0 0-8 0,0 0-13 0,0 0-17 15,0 0 9-15,0 0 1 0,0 0-12 0,0 0 10 16,-2 3-14-16,2-3 16 0,0 0-29 0,0 0 12 15,0 0-1-15,1 4-3 0,-1-4 11 0,0 0-3 16,0 0 0-16,0 0 13 0,2 3-12 0,-2-3 4 16,0 0 1-16,0 0 4 0,0 0 10 0,0 0-3 15,0 0-9-15,1 3-1 0,-1-3-9 16,0 0 18-16,0 0-21 0,0 0-43 0,0 0-130 0,0 0-123 16,7 0-105-16,-7 0-86 0,0 0-129 0,3-3-359 15,-3 3-175-15</inkml:trace>
    <inkml:trace contextRef="#ctx0" brushRef="#br0" timeOffset="40887.0573">635 1095 0 0,'0'0'908'0,"0"0"-295"0,0 0-29 0,0 0-76 16,0 0-39-16,-6 1-28 16,6-1-73-16,0 0-60 0,0 0-50 0,0 0-35 0,0 0-1 0,0 0 12 0,0 0 12 15,-3 3-8-15,3-3-25 0,0 0-36 0,0 0-18 0,0 0-30 16,0 0-7-16,-2 2-23 0,2-2-20 0,0 0-6 15,0 0-12-15,0 0-8 0,0 0-10 0,0 0-14 16,0 0-3-16,0 0-57 0,0 0-107 0,0 0-164 16,0 0-298-16,0 0-263 0,0 0-275 0,0 0-433 15,2-2-506-15</inkml:trace>
  </inkml:traceGroup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dev"/>
          <inkml:channel name="T" type="integer" max="2.14748E9" units="dev"/>
        </inkml:traceFormat>
        <inkml:channelProperties>
          <inkml:channelProperty channel="X" name="resolution" value="1841.87744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09T14:44:52.452"/>
    </inkml:context>
    <inkml:brush xml:id="br0">
      <inkml:brushProperty name="width" value="0.00882" units="cm"/>
      <inkml:brushProperty name="height" value="0.00882" units="cm"/>
      <inkml:brushProperty name="fitToCurve" value="1"/>
    </inkml:brush>
  </inkml:definitions>
  <inkml:traceGroup>
    <inkml:annotationXML>
      <emma:emma xmlns:emma="http://www.w3.org/2003/04/emma" version="1.0">
        <emma:interpretation id="{B70FC421-85ED-4B34-8800-8BFEBDDEC7C6}" emma:medium="tactile" emma:mode="ink">
          <msink:context xmlns:msink="http://schemas.microsoft.com/ink/2010/main" type="writingRegion" rotatedBoundingBox="32464,18443 33239,18434 33241,18642 32466,18651"/>
        </emma:interpretation>
      </emma:emma>
    </inkml:annotationXML>
    <inkml:traceGroup>
      <inkml:annotationXML>
        <emma:emma xmlns:emma="http://www.w3.org/2003/04/emma" version="1.0">
          <emma:interpretation id="{F9CC2D22-8514-435F-A4E4-4229347E8A71}" emma:medium="tactile" emma:mode="ink">
            <msink:context xmlns:msink="http://schemas.microsoft.com/ink/2010/main" type="paragraph" rotatedBoundingBox="32464,18443 33239,18434 33241,18642 32466,1865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7D8C370-4CA9-44F7-9D05-2868796C8942}" emma:medium="tactile" emma:mode="ink">
              <msink:context xmlns:msink="http://schemas.microsoft.com/ink/2010/main" type="line" rotatedBoundingBox="32464,18443 33239,18434 33241,18642 32466,18651"/>
            </emma:interpretation>
          </emma:emma>
        </inkml:annotationXML>
        <inkml:traceGroup>
          <inkml:annotationXML>
            <emma:emma xmlns:emma="http://www.w3.org/2003/04/emma" version="1.0">
              <emma:interpretation id="{770F4A8E-2ED7-4FEC-8E9F-B486211E25FC}" emma:medium="tactile" emma:mode="ink">
                <msink:context xmlns:msink="http://schemas.microsoft.com/ink/2010/main" type="inkWord" rotatedBoundingBox="32464,18443 33239,18434 33241,18642 32466,18651"/>
              </emma:interpretation>
              <emma:one-of disjunction-type="recognition" id="oneOf0">
                <emma:interpretation id="interp0" emma:lang="" emma:confidence="0.5">
                  <emma:literal>vineries</emma:literal>
                </emma:interpretation>
                <emma:interpretation id="interp1" emma:lang="" emma:confidence="0">
                  <emma:literal>Vineries</emma:literal>
                </emma:interpretation>
                <emma:interpretation id="interp2" emma:lang="" emma:confidence="0">
                  <emma:literal>Vinieris</emma:literal>
                </emma:interpretation>
                <emma:interpretation id="interp3" emma:lang="" emma:confidence="0">
                  <emma:literal>vinifies</emma:literal>
                </emma:interpretation>
                <emma:interpretation id="interp4" emma:lang="" emma:confidence="0">
                  <emma:literal>Vinifies</emma:literal>
                </emma:interpretation>
              </emma:one-of>
            </emma:emma>
          </inkml:annotationXML>
          <inkml:trace contextRef="#ctx0" brushRef="#br0">-114 1028 0 0,'0'0'714'0,"0"0"-263"0,0 0 36 16,0 0-43-16,0 0-37 0,0 0-35 0,0 0 19 0,0 0-41 15,0 0-42-15,0 0-32 0,0 0-32 0,0 0-27 0,0 0-29 16,0 0-30-16,0 0-25 0,0 0-67 0,0 0 61 16,0 0-10-16,0 0-5 0,0 0 5 0,0 0-1 15,0 0-8-15,0 0-6 0,0 0-2 0,0 0-6 16,0 0-8-16,0 0-14 0,0 0-11 0,0 0 3 16,0 0-9-16,0 0-11 0,0 0-18 0,0 0-4 15,0 0 0-15,0 0 3 0,0 0-5 0,0 0-6 16,0 0-2-16,0 0 4 0,0 0-2 0,0 0-14 0,0 0-1 15,0 0-5-15,0 0 3 0,0 0-1 0,0 0 3 16,3 2 1-16,-3-2-6 0,0 0 6 16,1 4-5-16,-1-4 3 0,0 0 1 0,1 3-6 0,-1-3 12 15,1 4 2-15,-1-4-17 0,1 3 10 0,-1-3 4 16,1 5 10-16,-1-5 0 0,0 5-18 0,0-5 19 16,0 5-8-16,0-5 1 0,0 5 13 0,0-5-22 15,0 5 14-15,0-5-16 0,0 6-1 0,0-6 11 16,0 4-7-16,0-4 35 0,0 5-29 0,0-5-16 15,0 5 7-15,0-5 4 0,1 4-4 0,-1-4 9 16,0 5-5-16,0-5 4 0,1 4 6 0,-1-4-20 0,1 5 16 16,-1-5-10-16,0 4-4 0,0-4 3 0,1 4 8 15,-1-4-8-15,0 4 2 16,0-4-2-16,1 3 11 0,-1-3-7 0,0 0-1 0,2 4 0 0,-2-4 4 0,0 0 3 16,0 0-8-16,0 0 2 15,0 3 1-15,0-3 7 0,0 0 1 0,0 0 22 0,0 0-8 16,0 0 11-16,0 0 13 0,0 0 4 15,0 0 31-15,0 0-29 0,7-1 23 0,-7 1-50 16,3-2 2-16,-3 2-16 0,4-4-14 0,-4 4 12 0,5-5 7 16,-3 3-13-16,1-1 5 0,-1 0 11 15,1-1-13-15,-1 0 2 0,1 1 7 0,0 0-13 16,-1-1-6-16,1 0 3 0,-1 0-9 0,1 1 21 0,0-1-9 0,-1 1-9 0,1-2 7 16,-1 2-3-16,1-1-1 0,0 1-10 0,0-1-1 15,-1 0-176-15,1 1 153 0,0-1-14 0,-1 1-13 16,1-1-20-16,-1 0-46 0,0 0-1 0,0 1-66 15,0-1-39-15,0 1-73 0,-1 0-86 0,-1 3-124 0,3-5-106 16,-3 5-43-16,2-5-54 0,-2 5-517 0,3-5-389 16</inkml:trace>
          <inkml:trace contextRef="#ctx0" brushRef="#br0" timeOffset="1588.4275">10 1076 0 0,'0'0'1099'0,"0"0"-549"16,0 0-50-16,0 0-45 0,0 0-42 0,0 0-17 0,0 0-52 0,0 0-50 15,3-1-47-15,-3 1-45 0,0 0-34 0,0 0-40 0,0 0-23 16,0 0-29-16,0 0-15 0,0 0-18 0,0 0-7 15,0 0-8-15,-2 2-6 0,2-2 7 0,0 0 6 16,-1 5 4-16,1-5 3 0,-1 3 16 0,1-3 3 0,0 5-3 16,0-5-1-16,-1 4 9 0,1-4-9 15,-2 6 3-15,2-6-11 0,-2 5 1 0,1-1-14 0,0-1-1 16,-1 0 5-16,2 0-18 0,0-3 1 0,-1 6-2 16,1-6-8-16,0 5-3 0,0-5 0 0,-1 4-5 15,1-4-15-15,0 0 17 0,-1 4 2 0,1-4 8 16,0 0 15-16,0 0 21 0,0 0 29 0,0 0-1 15,0 0 22-15,0 0-11 0,0 0-25 0,0 0-15 0,0 0-12 16,7-2-7-16,-7 2-1 0,3-2-10 0,-3 2-13 16,3-5 7-16,-3 5-5 0,4-4-14 0,-4 4-21 15,4-5 5 1,-2 2-4-16,-2 3-5 0,3-5 1 0,-3 5 6 0,3-4 6 0,-3 4-2 0,3-4 4 16,-3 4 0-1,2-3 5-15,-2 3 4 0,0 0-1 0,2-4-4 0,-2 4 6 16,0 0-4-16,0 0-2 0,0 0 5 0,1-3-13 15,-1 3-2-15,0 0-11 0,0 0-4 0,0 0 5 16,0 0 2-16,0 0 5 0,0 0 5 0,1 3 5 16,-1-3-2-16,0 0 6 0,0 0 2 0,0 5-1 15,0-5 2-15,0 0 5 0,0 3 2 0,0-3-1 16,0 0 1-16,1 5-1 0,-1-5 1 0,0 0-8 16,-1 5 16-16,1-5-7 0,1 3 0 15,-1-3 5-15,0 0 4 0,2 2 0 0,-2-2 2 0,0 0 5 16,0 0 5-16,2 3 8 0,-2-3 0 0,0 0-1 15,0 0 3-15,0 0-5 0,6-2-7 0,-6 2 8 16,3-2-17-16,-3 2-3 0,4-3 0 0,-4 3-4 16,3-4-5-16,-3 4-2 0,4-3-3 0,-4 3 4 0,3-4 88 15,-3 4-216-15,0 0 143 0,3-2-16 0,-3 2-1 16,0 0 4-16,0 0-18 0,0 0 35 16,3-2-33-16,-3 2-6 0,0 0-6 0,0 0-4 0,0 0-4 0,0 0 5 0,0 0 5 0,0 0 5 15,0 0 30-15,0 0-28 0,0 0 2 0,0 0 3 16,1 3 4-16,-1-3 7 0,0 0 3 0,0 0 4 15,3 3 7-15,-3-3 6 16,0 0 11-16,2 3-6 0,-2-3 10 16,0 0 1-16,3 1 15 0,-3-1 91 0,0 0-125 0,0 0 4 15,7 3 5-15,-7-3-8 0,5-2 8 0,-5 2-12 0,5-1-6 16,-5 1 3-16,5-1-2 0,-5 1 1 0,4-2 0 16,-4 2-5-16,5-3-2 0,-5 3 3 0,3-1 1 15,-3 1-4-15,0 0 2 0,3-2-7 0,-3 2 13 16,0 0-10-16,0 0 4 0,0 0-19 0,0 0 14 0,3-2-21 15,-3 2 8-15,0 0-20 0,0 0-3 0,0 0-9 16,0 0 4-16,0 0-3 0,0 0 3 0,0 0 6 0,0 0 1 16,0 0 8-16,0 0-3 0,0 0 14 0,0 0 1 15,0 0 10-15,0 0 3 0,4 2 9 0,-4-2-3 0,0 0-14 16,0 0 32-16,5 2 7 0,-5-2 0 16,0 0-5-16,0 0-3 15,7-1-5-15,-7 1-2 0,4-1-2 0,-4 1 1 0,5-1 8 0,-5 1-12 0,5-3-4 16,-5 3 4-16,4-2-4 0,-4 2 4 0,3-3 9 15,-3 3-13-15,2-2-2 0,-2 2 1 0,3-3-6 16,-3 3 5-16,2-3-2 16,-2 3-1-16,2-3-2 0,-2 3 3 0,0 0 3 15,3-4 8-15,-3 4 0 0,0 0 10 0,2-4 12 0,-2 4-21 16,0 0 3-16,1-3 6 0,-1 3-4 0,0 0 4 16,0 0-44-16,1-4 48 0,-1 4-2 0,0 0-2 15,0 0 12-15,0 0-10 0,0 0 7 16,0 0 4-16,0 0 3 0,-1-3-4 0,1 3 1 15,0 0-6-15,0 0-16 0,0 0 5 16,0 0-13-16,0 0 4 0,0 0-19 0,0 0 9 0,0 0 5 0,-4 2-11 0,4-2 0 16,-2 3 8-16,2-3-2 0,-3 5 7 0,2-2 9 15,1-3 127-15,0 7-152 0,0-3 49 0,0 0-33 16,2-1 5-16,0 2 29 16,0-2 0-16,1 1-10 0,0 0-15 0,2-1 1 0,1 1 13 0,-1-2 53 0,1 1-93 15,1-1-55-15,0 0-64 16,0-1-124-16,1 0-193 0,0 0-227 0,0 0-193 0,-1-2-104 0,2 1-802 15,0-1-577-15</inkml:trace>
          <inkml:trace contextRef="#ctx0" brushRef="#br0" timeOffset="4189.583">360 1031 0 0,'0'0'741'0,"0"0"-389"15,0 0 17-15,0 0-28 0,0 0-48 0,0 0-20 16,0 0-26-16,0 0-26 0,0 0 1 0,0 0-14 15,0 0-12-15,0 0-11 0,0 0 3 0,0 0-5 16,0 0 9-16,0 0 1 0,0 0 1 0,0 0 13 16,0 0-5-16,0 0-8 0,0 0-24 0,6 0-21 15,-6 0-28-15,6-1-23 0,-6 1-14 0,6-1-14 16,-6 1-5-16,7-2-18 0,-7 2-2 0,6-2-7 16,-6 2-6-16,5-2-3 0,-5 2 61 0,6-3-70 0,-6 3 5 15,6-2-2-15,-6 2-7 0,4-2 6 16,-4 2-4-16,5-2-1 0,-5 2-3 0,5-3 0 0,-5 3-3 15,3-3-3-15,-3 3 7 0,3-4 10 0,-3 4-3 16,2-3 7-16,-2 3-1 0,2-3 5 16,-2 3 7-16,1-3 2 0,-1 3-2 0,1-3-7 0,-1 3-1 15,1-4-15-15,-1 4 6 0,1-4 1 0,-1 4-12 16,-1-3 12-16,1 3-7 0,-1-5-6 0,1 5-8 16,-1-4 5-16,1 4-16 0,-1-4 16 0,1 4-2 15,-1-3-3 1,1 3 42-16,-1-4-65 0,1 4 12 0,0 0 17 0,-2-3-7 0,2 3-2 0,0 0-18 15,-3-3 16-15,3 3-6 0,0 0 1 0,-3-3-17 16,3 3 32-16,0 0-6 0,-6-2 4 0,6 2-3 16,0 0-5-16,-5-1-5 15,5 1 3-15,0 0-4 0,-5-2 8 16,5 2 39-16,0 0-29 0,-6-1-15 0,6 1 6 0,0 0-13 0,-7 0 0 16,7 0 24-16,0 0-23 15,-8 0 19-15,8 0-9 0,0 0 2 0,-8 1-5 16,8-1-3-16,-5 1 20 0,5-1 6 0,-5 1-2 0,5-1-23 15,-7 2 0-15,7-2 9 0,-7 1-4 0,7-1 16 0,-7 3 7 16,7-3-2-16,-6 2-26 0,6-2 7 16,-7 3 19-16,7-3-2 0,-5 3 0 0,5-3-9 0,-7 3-4 0,7-3-8 15,-6 3 42-15,6-3-45 0,-7 4-1 0,4-2-4 0,0 0-5 0,-1 0 45 16,1 1-20-16,-1-1-20 0,0 0 18 16,1 1 3-16,-1 0 2 15,1 0-8-15,0 0-7 0,0-1 4 0,0 1 2 0,0 0 4 16,-1 0 0-16,2 0-16 0,-2 0 23 0,1-1-8 15,0 1-2-15,0 1 12 0,1-2-22 0,-1 2 7 16,0-1 9-16,1-1-13 0,0 1 30 0,-1 1-38 16,1-2 12-16,1 2 15 0,-1-2 5 0,0 2-160 15,0-1 185-15,0 0-29 0,0 0-3 0,1 1-11 16,0-1 13-16,1-3-15 0,-3 5-4 0,1-2-5 16,2 1 18-16,0-4 12 0,-2 5 3 0,2-5-38 15,-1 5 15-15,1-5 8 0,-1 6-49 0,1-6 40 0,0 6 13 16,0-6 14-16,0 5-13 0,0-5-1 0,0 5-3 15,0-2-6-15,0-3 2 0,1 3-2 0,-1-3-6 0,1 4 31 16,-1-4-36-16,2 4-3 0,-2-4-2 0,2 3 3 16,-2-3-2-16,5 2 7 0,-5-2 3 0,3 3-8 0,-3-3 43 15,5 1-192-15,-5-1 169 0,5 2 4 0,-5-2-2 16,6 0 1-16,-6 0-13 0,0 0-1 0,9 0 4 16,-9 0-12-16,7 0 29 0,-7 0-62 0,7-1 18 15,-7 1-1-15,7-2-16 0,-7 2 15 0,7-1-11 16,-7 1 37-16,5-1-35 0,-5 1 11 0,5-1 3 15,-5 1 1-15,0 0 7 0,5-2-16 0,-5 2 3 16,0 0 9-16,6-2-6 0,-6 2-6 0,3-2 3 16,-3 2-1-16,5-2-2 0,-5 2-4 0,3-2 0 15,-3 2 4-15,4-3 6 0,-4 3 8 0,4-2 57 0,-4 2-74 16,4-3 10-16,-4 3 2 0,3-3 5 0,-3 3 1 16,3-2-10-16,-3 2 21 0,0 0-3 0,2-2-1 15,-2 2 5-15,0 0-9 0,0 0 4 0,0 0 1 16,3-3 3-16,-3 3-1 0,0 0-2 0,0 0 1 15,0 0-3-15,0 0 0 0,2-3 1 0,-2 3 0 16,3-2-67-16,-3 2 81 0,0 0-6 0,0 0 3 0,3-2-5 16,-3 2 4-16,0 0 0 0,0 0-1 15,0 0 1 1,0 0-10-16,0 0 0 0,0 0-2 0,0 0-7 0,0 0-6 16,0 0 7-16,0 0-76 0,0 0 93 0,0 0-6 15,0 0 7-15,4 2 1 0,-4-2-22 0,0 0 17 16,0 0 0-16,0 0 4 0,0 0-4 0,2 2-6 15,-2-2 7-15,0 0-1 0,0 0 0 0,0 0-5 0,2 4 9 0,-2-4-6 0,0 0 5 16,1 3-3 0,-1-3 2-16,0 0 2 0,2 4-4 0,-2-4-1 0,0 0 4 0,0 0-3 15,2 3 0-15,-2-3 0 0,0 0 2 0,3 2 4 16,-3-2 10-16,0 0-11 0,0 0 8 0,0 0-3 16,7-1 5-16,-7 1-6 0,4-1 4 0,-4 1-92 15,4-2 103-15,-4 2-7 0,4-2 1 0,-4 2-16 0,4-3-19 16,-4 3 21-16,4-4 16 0,-4 4-16 0,4-3-1 15,-4 3 8-15,3-2-15 0,-3 2 8 16,3-3-4-16,-3 3 6 0,0 0-4 0,4-3-65 0,-4 3 83 16,0 0-7-16,0 0-5 0,2-2 3 0,-2 2-8 15,0 0-1-15,0 0 4 0,0 0-6 0,0 0 0 16,0 0 0-16,0 0-1 0,0 0 1 0,0 0-2 16,0 0 64-16,0 0-74 0,0 0-6 0,0 0 6 15,0 0-1-15,0 0-6 0,0 0-4 0,3-2 12 16,-3 2-2-16,0 0-5 0,0 0 7 0,0 0 4 15,0 0 3-15,0 0-1 0,0 0-1 16,2 2 4-16,-2-2 30 0,0 0-31 0,0 0 4 0,0 0-2 16,2 3 0-16,-2-3 5 0,0 0 4 15,0 0-2-15,4 2 2 0,-4-2-1 0,0 0-1 0,0 0-3 16,8 0-3-16,-8 0 2 0,0 0 20 0,6 0-21 16,-6 0-2-16,4-2 5 0,-4 2-2 0,5-1-1 15,-5 1-5-15,6-2-8 0,-6 2 12 0,6-1 3 16,-6 1-7-16,5-2 7 0,-5 2 0 15,5-2 1-15,-5 2 2 0,4-2-9 0,-4 2-2 0,0 0 5 0,4-2 9 16,-4 2-9-16,0 0 1 0,4-2-1 0,-4 2-4 0,0 0 6 0,4-3-4 16,-4 3 12-16,0 0-7 0,2-2 0 0,-2 2-2 15,0 0 3-15,0 0-4 0,0 0-7 0,0 0-1 16,0 0-1-16,3-2-11 0,-3 2-7 0,0 0-9 16,0 0-10-16,0 0 4 0,0 0 9 0,0 0 1 15,0 0 4-15,0 0 10 0,0 0 0 0,0 0 1 16,0 0 4-16,0 0 1 0,0 0 0 0,0 0 8 15,0 0-2-15,0 0 4 0,1 3 6 0,-1-3 4 16,0 0 2-16,0 0 9 0,4 2 4 0,-4-2 5 0,0 0 2 16,4 1 0-16,-4-1 0 0,0 0-1 0,7 1 2 15,-7-1-8-15,0 0-7 0,8-1 3 0,-8 1-2 16,6 0-6-16,-6 0 1 0,7-2 9 0,-7 2-14 16,6-2-5-16,-6 2-5 0,8-3 9 0,-8 3-4 15,6-3-32-15,-3 1 81 0,1 1-55 0,-1-1-6 16,1 0 14-16,-4 2-5 0,5-4 3 0,-5 4-1 15,5-2 1-15,-5 2 4 0,3-3 18 0,-3 3-17 16,0 0 9-16,3-3-3 0,-3 3 0 0,0 0-4 0,0 0-7 16,0 0-3-16,3-2 0 0,-3 2-3 0,0 0 0 15,0 0-8-15,0 0 2 0,0 0 3 0,0 0 2 16,0 0 10-16,0 0 2 0,0 0 1 0,0 0 4 16,0 0 5-16,0 0 8 0,0 0 4 0,0 0-7 15,4-2-17-15,-4 2-2 0,0 0-3 0,0 0-1 16,0 0 1-16,0 0-2 0,4 2-8 0,-4-2 11 15,0 0 1-15,2 3-10 0,-2-3 3 0,3 3 7 16,-3-3 4-16,3 3-8 0,-3-3 5 0,4 3 1 16,-4-3-13-16,4 4 16 0,-4-4-20 0,6 4-9 15,-2-2-26-15,-4-2-22 0,8 2-38 0,-3-1-40 0,0 0-56 16,1-1-72-16,0 1-110 0,0-1-137 16,-6 0-82-16,13-1-32 15,-8 1-169-15,1-1-404 0,-1 0-376 0</inkml:trace>
          <inkml:trace contextRef="#ctx0" brushRef="#br0" timeOffset="5389.0442">583 977 0 0,'0'0'1260'0,"0"0"-562"0,0 0-91 0,0 0-63 16,0 0-41-16,0 0-78 0,0 0-62 0,0 0-66 0,0 0-36 15,0 0-36-15,0 0-31 0,0 0-25 0,0 0-18 16,0 0-14-16,0 0-26 0,3 3-7 16,-3-3-8-16,0 0-6 0,4 3-11 0,-4-3-11 0,3 2-9 0,-3-2 4 0,4 2 115 0,-4-2-164 15,4 4-17 1,-4-4 8-16,3 2 4 0,-3-2-6 0,3 4 1 0,-3-4 8 0,3 3-12 0,-3-3 3 0,1 2 4 15,-1-2 3-15,1 4-20 0,-1-4-23 16,-1 4-39-16,1-4-42 0,-1 3-68 0,1-3-72 0,-4 4-96 16,4-4-146-16,-4 4-165 0,4-4-72 0,-8 3-852 15,8-3-508-15</inkml:trace>
          <inkml:trace contextRef="#ctx0" brushRef="#br0" timeOffset="6625.2332">227 1077 0 0,'0'0'697'16,"0"0"-407"-16,0 0-23 0,0 0 6 0,0 0-22 15,0 0-8-15,0 0-11 0,0 0-16 0,0 0-22 16,0 0-7-16,0 0 15 0,0 0-12 0,0 0 3 16,0 0-10-16,0 0 14 0,0 0-11 0,-3 3 27 15,3-3 3-15,0 0-3 0,0 0 3 0,0 0-3 16,0 0 20-16,0 0-37 0,0 0-8 0,0 0-2 15,0 0-9-15,0 0-24 0,2 2 4 0,-2-2-27 16,0 0-1-16,0 0-3 0,0 0-17 0,0 0-16 0,0 0-18 16,5 0-1-16,-5 0-6 0,0 0-3 15,7-1-42-15,-7 1 6 0,0 0-7 0,9-1 4 0,-9 1-15 16,5 0-5-16,-5 0 3 0,5-1-10 0,-5 1 71 16,6-2-63-16,-6 2-3 0,5-1 3 0,-5 1 2 15,0 0-4-15,7-1-27 0,-7 1 30 0,4-2 10 16,-4 2-18-16,4-2 14 0,-4 2-11 0,0 0 14 15,4-3 25-15,-4 3-40 0,2-2 22 0,-2 2-37 0,0 0 7 16,3-3 12-16,-3 3-7 0,0 0 4 0,0 0-12 31,0 0 3-31,2-3 17 0,-2 3-11 0,0 0 4 0,0 0-10 16,0 0-1-16,0 0 8 0,0 0-2 0,0 0 6 16,-2-3-10-16,2 3-7 0,0 0 20 0,0 0-8 15,0 0 4-15,0 0 24 0,0 0-49 0,0-4 48 16,0 4-35-16,0 0 2 0,0 0 23 0,0 0-33 15,0 0-6-15,0 0 9 0,0 0 21 0,0 0-20 16,0 0 17-16,0 0-6 0,0 0 15 0,0 0 24 16,0 0-2-16,0 0-3 0,0 0 34 0,0 0 18 15,0 0-17-15,0 0-2 0,0 0-6 0,0 0-2 0,0 0-13 16,0 0-17-16,0 0-20 0,0 0-10 16,0 0-22-16,0 0-44 0,0 0-9 0,0 0 17 0,0 0 4 15,-1 4 22-15,1-4-11 0,-1 4 14 0,1-4 45 16,-1 6-34-16,1-6-3 0,0 7-13 0,0-7-15 15,0 6-28-15,0-6-41 0,0 5-66 0,0-5-67 16,0 6-107-16,0-6-129 0,0 6-176 16,0-6-86-16,1 4-76 0,-1-4-778 0,2 3-516 15</inkml:trace>
          <inkml:trace contextRef="#ctx0" brushRef="#br0" timeOffset="7796.1137">14 1036 0 0,'0'0'1365'16,"0"0"-581"-16,0 0-82 0,0 0-3 0,0 0-78 15,0 0-80-15,0 0-71 0,0 0-60 0,6 1-53 0,-6-1-42 16,0 0-61-16,0 0 3 0,0 0-38 16,0 0-19-16,6-1-37 0,-6 1-18 0,0 0-41 15,0 0-19-15,0 0-27 0,0 0-1 0,0 0-18 0,0 0-9 16,0 0 2-16,0 0 11 0,0 0-33 0,0 0-5 15,0 0 7-15,0 0 16 0,0 0-32 0,0 0 20 16,0 0-10-16,0 0 11 0,6 1 0 0,-6-1-5 16,0 0-25-16,0 0-60 0,0 0-37 0,0 0-49 15,0 0-86-15,0 0-132 0,0 0-133 0,3-2-292 16,-3 2-139-16,0 0-1068 0,0 0-658 0</inkml:trace>
          <inkml:trace contextRef="#ctx0" brushRef="#br0" timeOffset="39425.6893">558 1113 0 0,'0'0'585'0,"0"0"-322"16,0 0-26-16,0 0 13 0,0 0 14 15,0 0-33-15,0 0-6 0,0 0-20 0,0 0-17 0,0 0 2 0,0 0-11 0,0 0 8 16,0 0 8-16,0 0 16 0,0 0 12 0,0 0-10 0,0 0-3 16,0 0-2-1,0 0 0-15,0 0 0 0,0 0-10 0,0 0-7 0,0 0-12 0,0 0-17 0,0 0-18 16,0 0-6-1,0 0-24-15,0 0-9 0,0 0-11 0,0 0-12 0,0 0-7 0,0 0 0 0,0 0 0 16,0 0-7-16,0 0-2 0,0 0-5 0,0 0-7 16,0 0-8-16,0 0-5 0,0 0-5 0,0 0-12 15,0 0-3-15,0 0-5 0,0 0-6 0,0 0-4 0,0 0 4 16,0 0-3-16,0 0-10 0,0 0 9 0,0 0 0 16,0 0-8-16,0 0 5 0,0 0 2 0,0 0 5 15,0 0 0-15,0 0 15 0,0 0-8 0,0 0 22 16,0 0 2-16,0 0 5 0,0 0-10 0,0 0 3 15,0 0-5-15,0 0 19 0,0 0-32 0,0 0 27 16,0 0-44-16,0 0 2 0,0 0 17 0,0 0-12 16,0 0 0-16,0 0 14 0,0 0-26 0,4 2 1 15,-4-2 26-15,0 0-12 0,0 0-8 0,0 0 2 0,0 0-2 16,0 0 5-16,0 0-15 0,0 0 0 16,0 0 6-16,0 0-4 0,0 0 4 0,0 0 10 0,0 0-4 15,0 0 18-15,-1 3-35 0,1-3 20 0,0 0-11 16,0 0-11-16,-1 4 48 0,1-4-35 0,0 0 32 15,0 0-57-15,-2 5 27 0,2-5-1 0,0 0-14 16,-2 4 9-16,2-4 1 0,0 0-1 0,-2 3 34 16,2-3-36-16,0 0-73 0,-1 4 90 0,1-4-9 15,0 0 36-15,-1 4-43 0,1-4 3 0,0 0 4 16,-2 3-8-16,2-3-2 0,0 0 3 0,0 0-2 16,-1 4 6-16,1-4-1 0,0 0 6 0,0 0-8 0,0 0 4 15,0 0-2-15,0 0-7 0,0 0 15 16,0 0 36-16,-1 3-55 0,1-3 12 0,0 0 7 0,0 0-11 15,0 0 25-15,0 0-96 16,0 0 76-16,0 0 3 0,0 0 5 0,0 0-11 16,0 0-1-16,0 0-14 0,0 0 8 0,0 0 6 15,0 0 3-15,0 0 0 0,0 0 38 0,0 0-45 16,0 0 6-16,0 0-14 0,0 0 14 0,0 0-5 16,0 0-1-16,0 0 15 0,0 0 2 0,0 0 45 15,0 0-60-15,0 0 1 0,0 0 9 0,0 0 27 16,0 0-165-16,0 0 153 0,0 0-14 0,0 0 9 0,0 0-10 15,0 0 37-15,0 0-41 0,0 0-3 0,0 0 11 16,2-3-14-16,-2 3-8 0,0 0 39 0,0 0-52 16,0 0 11-16,0 0-8 0,0 0 51 0,0 0-48 15,0 0 6-15,0 0 0 0,0 0-3 0,0 0 37 16,0 0-34-16,0 0 11 0,0 0-2 0,0 0 31 16,0 0-48-16,0 0 13 0,0 0 6 0,0 0-4 15,0 0 3-15,0 0 6 0,0 0 4 0,0 0-17 16,0 0-2-16,0 0 7 0,0 0 11 0,0 0 122 0,0 0-157 15,0 0 9-15,0 0 2 0,0 0-1 16,0 0 5-16,0 0 1 0,0 0 31 0,0 0-23 0,0 0-7 16,0 0 9-16,0 0-2 0,0 0-1 0,0 0 37 15,0 0-45-15,0 0 46 0,0 0-48 0,0 0 13 16,0 0-5-16,0 0-3 0,0 0 13 0,0 0-2 16,0 0 1-16,0 0 4 0,0 0-21 0,0 0 20 15,0 0-9-15,0 0 3 0,0 0-1 0,3-2 4 0,-3 2-3 16,0 0 2-16,0 0-2 0,0 0 4 15,0 0-14-15,0 0 18 0,0 0 22 0,0 0-37 16,0 0 23-16,0 0-29 0,0 0 8 0,0 0-2 0,0 0 15 16,0 0 8-16,0 0-26 15,0 0 8-15,0 0-8 0,0 0 6 0,0 0 5 0,0 0-1 0,0 0 5 0,0 0-1 16,0 0-41-16,0 0 37 0,0 0 9 0,0 0-3 16,0 0-2-16,0 0 6 0,0 0-12 0,0 0 3 0,0-5 15 15,0 5-16-15,0 0 3 0,0 0-6 0,0 0 2 16,0 0 10-16,0 0-2 0,0 0-2 0,0 0-3 15,0 0-13-15,0 0 11 0,0 0 2 0,5-1 34 16,-5 1-48-16,0 0 5 0,0 0 1 0,0 0-4 16,4-2 45-16,-4 2-91 15,0 0 50-15,0 0 0 0,0 0-2 0,4-2 41 0,-4 2-45 16,0 0 13-16,3-3 24 0,-3 3-40 0,0 0 5 16,3-2 1-16,-3 2-80 0,0 0 98 0,2-3 1 0,-2 3-4 15,0 0-1-15,2-2 5 0,-2 2-7 0,0 0 3 16,0 0-5-16,4-3-3 0,-4 3 2 0,0 0 1 0,3-2-9 15,-3 2 8-15,0 0-6 0,3-2 0 0,-3 2-3 32,0 0 7-32,2-3 21 0,-2 3-30 0,0 0-13 0,0 0 21 15,0 0-8-15,4-2 0 0,-4 2 2 0,0 0 0 16,0 0 1-16,0 0-2 0,0 0 2 0,0 0 20 0,0 0-11 16,0 0-6-16,0 0-1 0,0 0 7 0,0 0-9 15,6 0 8-15,-6 0 1 0,0 0-3 16,0 0 3-16,0 0-8 0,0 0 8 0,0 0-1 15,0 0 0-15,0 0 4 0,0 0-12 0,0 0-3 0,0 0-8 16,0 0-14-16,0 0-20 0,0 0-3 16,0 0 4-16,0 0-17 0,0 0 1 0,0 0 1 0,0 0 9 15,0 0 9-15,0 0 8 0,0 0 13 0,0 0 4 16,0 0 5-16,0 0 2 0,0 0-1 0,0 0 7 16,0 0 2-16,-4 2 5 0,4-2-5 0,0 0 10 15,0 0 1-15,-5 2-4 0,5-2 4 0,0 0-3 16,-5 2 4-16,5-2-3 0,0 0-3 0,-6 2 6 15,6-2-5-15,-6 1 8 0,6-1-3 0,-4 2 3 0,4-2-4 0,-6 1-2 0,6-1 7 0,-7 1-73 16,7-1 84-16,-5 2-3 0,5-2-3 0,-6 2-13 16,6-2 6-1,-5 1 13-15,5-1-18 0,-5 1-2 0,5-1 1 16,0 0-2-16,-3 2 0 0,3-2 4 0,0 0-3 16,-4 2-8-16,4-2 14 0,0 0 0 0,0 0 1 0,0 0 1 0,0 0 4 15,0 0 12-15,0 0 5 0,0 0 6 0,0 0 2 16,0 0-4-16,0 0 0 0,0 0-5 0,0 0-6 15,0 0-3-15,0 0-8 0,-5 1 2 0,5-1-4 16,0 0 0-16,0 0 0 0,0 0-3 0,0 0 3 16,0 0-1-16,0 0-4 0,0 0-4 0,0 0 6 15,0 0 6-15,0 0-31 0,0 0 29 0,0 0 1 0,0 0-2 16,0 0 3-16,7 0-3 0,-7 0-3 16,0 0 6-16,0 0 2 0,0 0-5 0,8 0 21 15,-8 0-36-15,0 0 1 0,0 0 9 0,0 0-2 0,0 0-2 16,7 0-1-16,-7 0 5 15,0 0-1-15,0 0 1 0,5 1 0 0,-5-1 0 0,0 0 0 0,0 0 0 16,7-1-3-16,-7 1 6 0,0 0-2 0,6-1 5 16,-6 1-9-16,0 0 3 0,7-1-6 0,-7 1 8 15,0 0-2-15,6-1 4 0,-6 1-6 0,0 0 1 16,0 0-25-16,0 0 31 0,5-1-5 0,-5 1-3 16,0 0 16-16,0 0-8 0,0 0-6 15,0 0-1-15,0 0 1 0,7 0 2 0,-7 0 7 0,0 0-71 0,0 0 78 0,0 0-6 16,0 0-3-1,0 0-1-15,5-1 3 0,-5 1-3 0,0 0-3 16,0 0-3-16,0 0-1 0,0 0-10 0,0 0 0 0,0 0-18 16,0 0-3-16,0 0-27 0,0 0-10 0,0 0-22 15,0 0-25-15,0 0-33 0,0 0-54 0,0 0-53 16,0 0-54-16,0 0-59 0,0 0-87 0,0 0-59 16,0 0-27-16,0 0-16 0,0 0-76 0,3-3-277 15,-3 3-111-15</inkml:trace>
          <inkml:trace contextRef="#ctx0" brushRef="#br0" timeOffset="40442.2385">590 1103 0 0,'-2'3'497'0,"2"-3"-226"0,0 0-29 0,0 0-20 0,0 0-1 16,0 0-29-16,-2 3-27 0,2-3-16 15,0 0-14-15,0 0-17 0,0 0-6 0,0 0-6 0,0 0-4 16,0 0-2-16,0 0-78 0,0 0 191 0,0 0-110 16,0 0-6-16,0 0-15 0,0 0-25 15,4 1-9-15,-4-1 14 0,0 0-49 0,0 0 15 0,0 0-9 16,0 0-12-16,4 1 4 0,-4-1-11 0,0 0 7 16,0 0-8-16,0 0 14 0,0 0-3 0,0 0-2 15,5 2-12-15,-5-2 10 0,0 0 4 0,0 0-1 16,0 0-6-16,0 0 0 0,0 0 2 0,7-1 3 15,-7 1-3-15,0 0 2 0,0 0-9 0,0 0 1 0,4-1 94 16,-4 1-111-16,0 0 1 0,0 0 4 16,0 0 5-16,0 0-24 0,0 0 10 0,0 0 16 0,0 0 6 15,0 0-1-15,0 0-8 0,0 0 8 0,0 0-13 16,0 0 8-16,0 0-10 0,0 0 22 0,0 0-3 16,0 0 9-16,0 0-5 0,0 0 6 0,0 0 4 15,0 0-3-15,0 0 4 0,0 0-5 0,0 0-9 16,0 0 9-16,3-2 2 0,-3 2 26 0,0 0-46 15,0 0 4-15,0 0-107 0,0 0 129 0,0 0-5 16,0 0-5-16,0 0-15 0,0 0 15 0,0 0-7 16,0 0 10-16,0 0-8 0,0 0 1 0,0 0-2 0,0 0 9 15,0 0 11-15,0 0-11 0,0 0 47 16,0 0 13-16,0 0 66 0,0 0-81 0,0 0 0 16,0 0-8-16,0 0-8 0,0 0-8 0,0 0-13 0,0 0-17 15,0 0 9-15,0 0 1 0,0 0-12 0,0 0 10 16,-2 3-14-16,2-3 16 0,0 0-29 0,0 0 12 15,0 0-1-15,1 4-3 0,-1-4 11 0,0 0-3 16,0 0 0-16,0 0 13 0,2 3-12 0,-2-3 4 16,0 0 1-16,0 0 4 0,0 0 10 0,0 0-3 15,0 0-9-15,1 3-1 0,-1-3-9 16,0 0 18-16,0 0-21 0,0 0-43 0,0 0-130 0,0 0-123 16,7 0-105-16,-7 0-86 0,0 0-129 0,3-3-359 15,-3 3-175-15</inkml:trace>
          <inkml:trace contextRef="#ctx0" brushRef="#br0" timeOffset="40887.0573">635 1095 0 0,'0'0'908'0,"0"0"-295"0,0 0-29 0,0 0-76 16,0 0-39-16,-6 1-28 16,6-1-73-16,0 0-60 0,0 0-50 0,0 0-35 0,0 0-1 0,0 0 12 0,0 0 12 15,-3 3-8-15,3-3-25 0,0 0-36 0,0 0-18 0,0 0-30 16,0 0-7-16,-2 2-23 0,2-2-20 0,0 0-6 15,0 0-12-15,0 0-8 0,0 0-10 0,0 0-14 16,0 0-3-16,0 0-57 0,0 0-107 0,0 0-164 16,0 0-298-16,0 0-263 0,0 0-275 0,0 0-433 15,2-2-506-15</inkml:trace>
        </inkml:traceGroup>
      </inkml:traceGroup>
    </inkml:traceGroup>
  </inkml:traceGroup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dev"/>
          <inkml:channel name="T" type="integer" max="2.14748E9" units="dev"/>
        </inkml:traceFormat>
        <inkml:channelProperties>
          <inkml:channelProperty channel="X" name="resolution" value="1841.87744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2T11:17:25.633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Group>
    <inkml:annotationXML>
      <emma:emma xmlns:emma="http://www.w3.org/2003/04/emma" version="1.0">
        <emma:interpretation id="{1B292707-C13B-4F6F-99B7-CFC1AB930588}" emma:medium="tactile" emma:mode="ink">
          <msink:context xmlns:msink="http://schemas.microsoft.com/ink/2010/main" type="writingRegion" rotatedBoundingBox="1599,5594 1674,5594 1674,5773 1599,5773"/>
        </emma:interpretation>
      </emma:emma>
    </inkml:annotationXML>
    <inkml:traceGroup>
      <inkml:annotationXML>
        <emma:emma xmlns:emma="http://www.w3.org/2003/04/emma" version="1.0">
          <emma:interpretation id="{77EB5A97-03A0-45FD-A26D-EB163239EFB9}" emma:medium="tactile" emma:mode="ink">
            <msink:context xmlns:msink="http://schemas.microsoft.com/ink/2010/main" type="paragraph" rotatedBoundingBox="1599,5594 1674,5594 1674,5773 1599,577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79E226C-C2CD-4AE8-9F39-F9E56C486C13}" emma:medium="tactile" emma:mode="ink">
              <msink:context xmlns:msink="http://schemas.microsoft.com/ink/2010/main" type="line" rotatedBoundingBox="1599,5594 1674,5594 1674,5773 1599,5773"/>
            </emma:interpretation>
          </emma:emma>
        </inkml:annotationXML>
        <inkml:traceGroup>
          <inkml:annotationXML>
            <emma:emma xmlns:emma="http://www.w3.org/2003/04/emma" version="1.0">
              <emma:interpretation id="{928FD3D2-9162-43F5-B9A2-F0E95EA98199}" emma:medium="tactile" emma:mode="ink">
                <msink:context xmlns:msink="http://schemas.microsoft.com/ink/2010/main" type="inkWord" rotatedBoundingBox="1599,5594 1674,5594 1674,5773 1599,5773"/>
              </emma:interpretation>
            </emma:emma>
          </inkml:annotationXML>
          <inkml:trace contextRef="#ctx0" brushRef="#br0">-7491 86 0 0,'0'0'361'16,"0"0"-216"-16,0 0-2 0,0 0-29 0,0 0-23 15,0 0-20-15,0 0-17 0,0 0-7 0,0 0-11 16,0 0-6-16,0 0 0 0,0 0-7 0,0 0 1 15,0 0 0-15,0 0-7 0,0 0 3 0,0 0 8 16,0 0 13-16,0 0 6 0,0 0-5 0,0 0-3 16,0 0-3-16,0 0 24 0,0 0-32 0,0 0-8 15,0 0-18-15,0 0 8 0,0 0-3 0,0 0-1 16,0 0-1-16,0 0 3 0,0 0-5 0,0 0-5 16,31 11 20-16,-31-11-19 0,0 0 2 0,0 0-2 15,0 0 3-15,3 20 7 0,-3-20 28 0,0 0-2 16,0 0 20-16,0 0 5 0,0 0 9 0,0 0 2 0,0 0 55 15,0 0-73-15,0 0 3 0,0 0 6 0,0 0-2 16,0 0 5-16,0 0-9 0,0 0-2 0,10 18-10 16,-10-18-9-16,0 0-8 0,0 0-7 0,0 0-1 15,0 0-1-15,0 0-9 0,0 0 0 0,0 0 2 16,0 0-1-16,0 0-8 0,0 0 2 0,5 21 7 16,-5-21-10-16,0 0 6 0,0 0-7 0,9 21 2 15,-9-21 9-15,0 0 2 0,0 0-2 0,6 23-5 16,-6-23 3-16,0 0-6 0,0 0 0 0,0 0-8 15,5 21 8-15,-5-21-7 0,0 0 8 0,0 0-6 16,0 0 5-16,0 0 6 0,0 0-2 0,0 0-4 16,6 19 1-16,-6-19-5 0,0 0-4 0,0 0-15 15,0 0-76-15,0 0 7 0,0 0-61 0,0 0-27 16,-23 15-50-16,23-15-127 0,0 0-376 0,-29 10-62 16</inkml:trace>
        </inkml:traceGroup>
      </inkml:traceGroup>
    </inkml:traceGroup>
  </inkml:traceGroup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dev"/>
          <inkml:channel name="T" type="integer" max="2.14748E9" units="dev"/>
        </inkml:traceFormat>
        <inkml:channelProperties>
          <inkml:channelProperty channel="X" name="resolution" value="1841.87744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2T12:28:05.087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 contextRef="#ctx0" brushRef="#br0">-4 62 0 0,'0'0'2022'0,"0"0"-1091"0,3-18 21 0,-3 18-163 0,0 0-74 16,0 0-46-16,0 0-47 0,7-20-16 0,-7 20-26 16,0 0-91-16,0 0-54 0,0 0-48 0,0 0-42 15,0 0-37-15,0 0-36 0,0 0-32 0,0 0-34 16,0 0-26-16,0 0-39 0,0 0-13 0,0 0-45 16,0 0-11-16,0 0-15 0,0 0-41 0,0 0 31 15,0 0-30-15,0 0-52 0,0 0-61 0,0 0-66 16,0 0-72-16,0 0-72 0,0 0-74 0,0 0-48 15,0 0-44-15,0 0-49 0,0 0-169 0,0 0-238 16,0 0-153-16,-7-24-67 0,7 24-856 0,0 0-657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dev"/>
          <inkml:channel name="T" type="integer" max="2.14748E9" units="dev"/>
        </inkml:traceFormat>
        <inkml:channelProperties>
          <inkml:channelProperty channel="X" name="resolution" value="1841.87744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2T12:37:03.726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 contextRef="#ctx0" brushRef="#br0">25-170 0 0,'0'0'723'16,"0"0"-303"-16,4-6 27 0,-4 6-27 0,5-7-21 16,-5 7-11-16,3-7 23 0,-3 7 6 0,4-6-28 15,-4 6-19-15,0 0-29 0,2-8-34 0,-2 8-31 16,0 0-30-16,0 0-14 0,3-5-157 0,-3 5 139 0,0 0-34 16,0 0-22-16,0 0-19 0,0 0-38 0,0 0 7 15,0 0-19-15,0 0-25 0,0 0-22 0,0 0 3 16,0 0-31-16,0 0 7 0,0 0-13 0,0 0-16 15,1 8 16-15,-1-8-1 0,-1 13 40 0,1-4-42 16,-2 0-4-16,1 2 2 0,-3 1 3 0,1 0-7 16,0 3 23-16,-1-2 4 0,0 2-26 0,1-1 12 15,0 3 54-15,-1-2-43 0,2 0 11 0,-2-1-17 16,3 1 5-16,-2-2-37 0,2 0 33 0,-1 0-16 16,1 0 17-16,1-3-8 0,-1 1-11 0,1-3 7 15,0 1-3-15,0-2 6 0,1 0-4 0,-1-7-3 16,2 12 17-16,-2-12-12 0,3 7 10 0,-3-7 7 0,5 6 90 15,-5-6-72-15,7 4 13 0,-7-4 10 0,9 1 6 16,-9-1-25-16,13-3 45 0,-7 0-50 0,2-2-15 16,1 0-11-16,-1 0-2 0,1-3-20 0,-2-1-31 15,3 0-52-15,1-3-25 0,0-1-49 0,0 0-59 16,1-1-86-16,1-1-99 0,1 0-87 0,0 0-125 16,0 2-123-16,-1-2-12 0,-1 2-22 0,2 1-590 15,-2 1-434-15</inkml:trace>
  <inkml:trace contextRef="#ctx0" brushRef="#br0" timeOffset="0.1451">315 39 0 0,'0'0'711'0,"0"0"-276"0,0 0 42 0,0 0-34 0,0 0-98 15,0 0 25-15,0 0-14 0,0 0-25 0,0 0-50 16,0 0-34-16,0 0-42 0,0 0-26 0,0 0-31 16,0 0-27-16,0 0-27 0,0 0-21 0,0 0-3 15,-2 6 21-15,2-6 34 0,0 0 13 0,-4 9-3 16,4-9 6-16,-4 9-1 0,4-9 0 0,-7 10-1 15,3-3-9-15,0-1-18 0,0 2-13 0,1 0-12 16,-1-2-7-16,1 2-19 0,0-1 1 0,-1-1-17 0,1 1-7 16,1-1-10-16,2-6-4 0,-4 10-6 0,4-10-5 15,-3 9 2-15,3-9-5 0,-1 7 6 16,1-7-1-16,0 0 1 0,0 0 8 0,-2 6-1 0,2-6 33 16,0 0 10-16,0 0 7 0,0 0-1 0,0 0-18 15,0 0 1-15,10-3 35 0,-10 3-71 0,9-7 2 16,-4 2-5-16,4 2-2 0,-4-1-9 0,1-1 69 15,-2 0-82-15,2-1 0 0,-1 2-3 0,1-1 4 16,-6 5 8-16,8-7 2 0,-8 7-7 0,7-5-1 16,-7 5 4-16,4-4 1 0,-4 4-8 0,0 0-17 15,0 0 18-15,6-4-4 0,-6 4-148 0,0 0 162 0,0 0 1 16,0 0-2-16,0 0-2 0,0 0 8 0,4 7-7 16,-4-7-1-16,0 0 1 0,-1 7-2 15,1-7-6-15,-2 7 12 0,2-7-2 0,0 8-1 0,0-8-6 16,1 6 15-16,-1-6 31 0,0 0-51 0,0 10 4 15,0-10 4-15,5 4-2 0,-5-4-14 0,0 0 52 16,0 0-30-16,0 0 7 0,3 5-1 0,-3-5 6 16,0 0-6-16,0 0 1 0,11-2 1 0,-11 2-2 15,11-3-21-15,-5-1 15 0,1 0 2 0,0 1-8 16,1-1-14-16,-1-1 146 0,1 1-176 0,-2 0 3 16,1 0 9-16,-7 4 9 0,10-5-13 0,-10 5 1 0,7-3 14 15,-7 3-7-15,0 0 14 0,0 0-11 0,7-4-2 16,-7 4 5-16,0 0-4 0,0 0 16 0,0 0 5 15,0 0-5-15,7 5 5 0,-7-5-2 0,0 0 3 16,0 0-1-16,0 0 3 0,1 6-7 0,-1-6 25 16,0 0-9-16,0 0 3 0,6 4 5 0,-6-4-153 15,0 0 188-15,0 0-5 0,0 0 1 0,10 2-5 16,-10-2-12-16,0 0 1 0,11-3-10 0,-11 3-1 16,8-3-6-16,-8 3-2 0,11-4 0 0,-11 4-4 15,9-3 28-15,-9 3-48 0,9-2-20 0,-9 2 18 16,8-3-6-16,-8 3-2 0,0 0-3 0,8-2-4 15,-8 2-11-15,0 0 8 0,0 0 9 0,0 0-8 0,0 0 0 16,0 0-4-16,11 2 32 0,-11-2-9 16,0 0 17-16,0 0-13 0,0 0 4 0,0 0-1 0,0 0 5 15,0 0 4-15,0 0 0 0,0 0 2 0,0 0 1 16,0 0-2-16,0 0 3 0,7 1-3 0,-7-1-24 16,0 0 39-16,0 0-16 0,0 0-1 0,0 0 3 15,0 0 10-15,11-1-9 0,-11 1-9 0,0 0-16 16,10-3 6-16,-10 3-27 0,7-2-6 0,-7 2-16 15,10-6-17-15,-10 6 9 0,11-2 9 0,-11 2 2 16,10-3 8-16,-10 3 7 0,8-1 8 0,-8 1 10 16,0 0 8-16,0 0 7 0,11 0-10 0,-11 0 36 0,0 0 15 15,0 0 25-15,0 0-12 0,0 0 11 0,0 0-8 16,9-3-3-16,-9 3-35 0,0 0 26 0,0 0-10 16,8-4-3-16,-8 4-1 0,0 0-8 0,8-4 16 15,-8 4 0-15,0 0-10 0,5-5 10 0,-5 5 1 16,0 0-74-16,0 0 86 0,0 0-9 0,0 0 7 15,0 0-22-15,0 0-5 0,5-4-8 0,-5 4 4 16,0 0-10-16,0 0 3 0,0 0-23 0,0 0 19 16,0 0-3-16,0 0 7 0,0 0 0 0,3 5-6 15,-3-5 8-15,0 0-6 0,2 7-3 0,-2-7 4 16,0 0 5-16,1 8 0 0,-1-8 4 0,0 7 1 0,0-7 7 16,-2 7 0-16,2-7-6 0,1 7-3 0,-1-7 7 15,0 0 1-15,1 9 142 0,-1-9-167 0,0 0 14 16,0 7-19-16,0-7-17 0,0 0-17 0,0 0-55 15,0 0-25-15,0 0-93 0,14 1-157 0,-14-1-192 16,15-6-194-16,-6 1-73 0,3-1-776 0,1 0-522 16</inkml:trace>
  <inkml:trace contextRef="#ctx0" brushRef="#br0" timeOffset="1.1451">1050-37 0 0,'0'0'416'0,"-7"3"-113"0,7-3-19 0,0 0 11 0,0 0 7 16,-6 5-8-16,6-5-20 0,0 0-5 0,0 0 6 15,0 0 17-15,0 0 16 0,1 9-3 0,-1-9-6 16,0 0-12-16,8 3-25 0,-8-3-37 0,10 2-13 16,-10-2-31-16,14 0-24 0,-14 0-20 0,14 0-19 15,-5-4-14-15,-1 6-8 0,-8-2-16 0,17-1-5 16,-17 1-24-16,17-2 23 0,-9 0-8 0,-8 2-1 0,17-2 3 16,-17 2 3-16,15-4-72 0,-7 3 91 0,-8 1 1 15,14-5 5-15,-7 3-18 0,-7 2 15 0,13-5-27 16,-6 2 24-16,-2 0-18 0,0-1 37 0,2 0-26 15,-7 4 10-15,10-6-37 0,-5 2-5 0,-5 4 17 16,9-8-23-16,-9 8 13 0,6-8-15 0,-6 8 9 16,6-7-16-16,-6 7 1 0,3-7-1 0,-3 7-9 15,0 0-4-15,4-7-16 0,-4 7 0 0,0 0 2 16,-2-8-21-16,2 8 3 0,-4-6-19 0,4 6-36 16,-7-3 24-16,7 3-22 0,-11-5 10 0,11 5 8 15,-13-4-17-15,13 4 18 0,-13-3-13 0,13 3-5 0,-14-2 4 16,14 2 0-16,-12-2-2 0,12 2 44 0,-12-1-20 15,12 1 9-15,-10-1 1 0,10 1-5 0,-11-1 17 16,11 1 5-16,-10-1 16 0,10 1-26 0,0 0 12 16,-15-1 7-16,15 1 2 0,-10 0-8 0,10 0-8 15,-11 1 13-15,11-1 5 0,-10 2-2 0,10-2-2 16,-15 2-6-16,15-2 14 0,-15 2 37 0,15-2-53 16,-16 4 6-16,9-1-16 0,-1-1 23 0,0 2-10 15,0-2 51-15,-1 2-64 0,1 0-3 0,-1 1 8 16,0 0 16-16,1 1-4 0,-2-2 3 0,1 2 10 15,1 0-3-15,-1 0-5 0,1 2-59 0,0 0 73 0,-1-1-7 16,1 1 41-16,-2 1-44 0,2-1 33 0,-1 2-9 16,1-1-19-16,-1 0 8 0,2 0-2 0,-1 1-15 15,3-1 15-15,0 1-9 0,-2-1 2 0,3-1-11 16,-1 2 62-16,3-2-56 0,0 0-9 0,0-1 8 16,1 1-4-16,1-1 2 0,1 0 38 0,-1-7-38 15,4 14-11-15,-2-7 6 0,2-3-9 0,-1 1 21 16,1-1-15-16,-4-4 1 0,9 8 21 0,-9-8-11 0,12 7-50 15,-12-7 52-15,11 3 0 0,-11-3 2 16,16 1 4-16,-16-1-2 0,17-1-11 0,-6-1 5 16,-1-1 1-16,2 1 0 0,-1-1-17 0,0-1 8 0,2-1 5 15,-1 0-5-15,0 1 140 0,-1-2-165 0,1 1 7 16,-1-1 3-16,-1 1-5 0,-1 1 14 0,-1-1 52 16,0 1-65-16,-3 0 6 0,2 0 10 0,-7 4 0 15,11-5-7-15,-11 5 7 0,7-4-8 0,-7 4 8 16,6-3 2-16,-6 3-7 0,0 0 20 0,0 0-26 15,5-5-10-15,-5 5-12 0,0 0-7 0,0 0-9 16,0 0-9-16,0 0-7 0,0 0-30 0,0 0-3 16,0 0 24-16,0 0 17 0,0 0 8 0,0 0 13 0,0 0 4 15,3 7 7-15,-3-7 7 0,0 0 1 16,-2 7 9-16,2-7 1 0,0 0 16 0,0 8-18 0,0-8 4 16,0 0 1-16,-1 7 2 0,1-7 0 0,0 0 21 15,0 0-17-15,5 7 5 0,-5-7 12 0,0 0 0 16,5 4 16-16,-5-4 2 0,10 2-9 0,-10-2-10 15,12 0 9-15,-12 0-7 0,15-2-2 0,-15 2-4 16,15-3-3-16,-7 0-4 0,-1 0 0 0,2 0-10 16,-1-1 1-16,-1 0-2 0,0 0-1 0,0 1-3 15,-7 3-5-15,11-6 1 0,-11 6-1 0,7-3-9 16,-7 3-85-16,0 0 96 0,7-4-15 0,-7 4 2 0,0 0 8 16,0 0-2-16,0 0 7 0,0 0 10 15,3 7-3-15,-3-7 8 0,0 0-5 0,0 0 9 0,0 7 5 16,0-7 9-16,0 0 8 0,0 0 32 0,0 0-3 15,0 0 6-15,4 5 17 0,-4-5 7 0,0 0-13 16,0 0 2-16,0 0-19 0,7-5 6 0,-7 5-25 16,9 0-6-16,-9 0-7 0,10-3 3 0,-10 3-11 15,10-2-10-15,-10 2-16 0,11-2-7 0,-11 2-10 16,10-5 25-16,-10 5-44 0,10-2-10 0,-10 2 4 16,0 0-10-16,9-1 3 0,-9 1-3 0,0 0-17 15,0 0-6-15,0 0-3 0,10 1-3 0,-10-1 21 0,0 0 4 16,0 0 8-16,0 0 6 0,1 7-2 15,-1-7 6-15,0 0-1 0,0 0 3 0,0 0 2 0,-1 7 8 16,1-7 4-16,0 0 8 0,0 0 15 0,0 0 0 16,0 0-2-16,0 0-9 0,12 0-2 0,-12 0-22 15,5-4-10-15,-5 4-10 0,6-5-8 0,-6 5 9 16,9-5 9-16,-9 5 0 0,8-7 6 0,-8 7 11 16,10-7 2-16,-10 7-8 0,10-7 19 0,-10 7 16 0,7-4 6 15,-7 4 13-15,4-3 14 0,-4 3 15 16,0 0 13-16,7-3-3 0,-7 3 8 0,0 0 8 15,0 0 9-15,0 0 6 0,7-4 4 0,-7 4 6 0,0 0 1 16,0 0 3-16,0 0 7 0,0 0 10 0,8-4-7 16,-8 4-10-16,0 0 110 0,10-3-285 0,-10 3 151 15,0 0-16-15,8-1-9 0,-8 1 2 0,0 0-42 16,0 0 62-16,8-2-28 0,-8 2 0 0,0 0 18 16,6 4-5-16,-6-4 9 0,0 0-10 0,6 4 17 15,-6-4 5-15,0 0 1 0,7 6-9 0,-7-6 17 16,6 5-1-16,-6-5 32 0,8 7 2 0,-8-7-5 0,12 7-27 15,-7-2-8-15,2-3-10 0,-1 3-8 16,2-1-7-16,1-1-12 0,0 0 2 0,0 0-56 16,2 0 80-16,0 1-78 0,0-2-45 0,0 1-30 0,3-2-43 15,-3 1-25-15,3 0-54 0,0 1-41 0,-1-2-97 16,2 1-98-16,1-1-92 0,-1 1-152 0,-5-1-103 16,4-1-37-16,2 2-775 0,-3-1-516 0</inkml:trace>
  <inkml:trace contextRef="#ctx0" brushRef="#br0" timeOffset="2.1451">1566-87 0 0,'0'0'1017'15,"0"0"-495"-15,0 0-28 0,-6-4-59 0,6 4-49 16,0 0-3-16,0 0-38 0,0 0-37 0,0 0-38 0,0 0-31 16,0 0-20-16,0 0-24 0,0 0-24 0,0 0-18 15,0 0-15-15,0 0-13 0,0 0-14 0,1 6-20 16,-1-6-7-16,0 0-10 0,0 0-19 0,0 0-2 16,0 0-6-16,0 0 5 0,0 0 2 0,-1 7-1 15,1-7 1-15,0 0-5 0,0 0-8 0,1 8-7 16,-1-8 2-16,0 0-12 0,0 8 43 0,0-8-57 15,0 0-3-15,-1 9 3 0,1-9-8 0,0 7-2 16,0-7 9-16,0 6-2 0,0-6 1 0,0 0-7 0,0 9-5 16,0-9 8-16,0 0 2 0,0 7-4 15,0-7 6-15,0 0 1 0,0 0 2 0,0 0-8 0,0 0-62 16,0 0 77-16,0 0 17 0,0 0-4 0,0 0 1 16,0 0 2-16,0 0-6 0,0 0 6 0,0 0 10 15,0 0 0-15,0 0-17 0,0 0 0 0,0 0-3 16,0 0-8-16,0 0-6 0,0 0 39 0,1-7-38 15,-1 7-5-15,0 0-14 0,4-7 6 0,-4 7-6 16,3-7 4-16,-3 7 5 0,4-6-12 0,-4 6 11 16,6-5-11-16,-6 5 29 0,7-5-10 0,-7 5-4 15,7-6-8-15,-7 6 4 0,6-3-8 0,-6 3-1 0,10-5-12 16,-10 5 8-16,9-3 0 0,-9 3 3 0,9-3 0 16,-9 3-6-16,8-2 19 0,-8 2 83 15,0 0-120-15,8-2 1 0,-8 2 17 0,0 0-10 0,0 0 11 16,0 0 5-16,6-4 30 0,-6 4-33 0,0 0-7 15,0 0 12-15,0 0-6 0,0 0-6 0,0 0 1 16,0 0-15-16,0 0-3 0,0 0 3 0,0 0-32 16,0 0-17-16,0 0-11 0,0 0-10 0,0 0 14 0,0 0 21 15,0 0 13-15,-8 4 12 0,8-4 12 16,-8 3 1-16,8-3 8 0,-10 4 7 0,10-4 0 16,-14 3 9-16,14-3-2 0,-16 3 3 0,9-1-1 0,-2-1 3 15,-2 1-2-15,3 1-8 0,-3-1-1 0,11-2 1 16,-14 3-5-16,4-2 5 0,10-1-18 0,-13 5 6 15,13-5 0-15,-11 3-2 0,11-3 7 0,-7 3-5 16,7-3 6-16,0 0 2 0,0 0 3 0,-8 2 4 16,8-2 7-16,0 0 0 0,0 0 6 0,0 0 4 15,0 0 3-15,0 0 8 0,0 0-1 0,0 0-14 16,0 0 19-16,0 0-4 0,0 0 0 0,10 1-5 16,-10-1 3-16,0 0-7 0,15-1 7 0,-15 1-3 15,13-1-3-15,-13 1-2 0,16-1 0 0,-16 1-1 16,18-4-5-16,-9 3-3 0,0 0-17 0,1 0 6 0,-1-1-5 15,1 0-12-15,-2 2-13 0,-8 0-12 0,17-2-8 16,-9 1-13-16,-8 1-5 0,14-3-12 0,-14 3-3 16,11-1-56-16,-11 1 64 0,9-2-10 0,-9 2-6 15,0 0-18-15,12-2-21 0,-12 2-43 0,0 0-64 16,9-3-68-16,-9 3-61 0,0 0-29 0,7-4 24 16,-7 4-140-16,4-5-315 0,-4 5-85 0</inkml:trace>
  <inkml:trace contextRef="#ctx0" brushRef="#br0" timeOffset="3.1451">923 24 0 0,'0'0'686'0,"0"0"-405"0,0 0-21 0,0 0 1 16,0 0-13-16,0 0-23 0,0 0-20 15,0 0-24-15,0 0-48 0,-8 2-20 0,8-2-29 16,0 0-14-16,0 0-9 0,0 0-11 0,-3 6-4 0,3-6-10 15,0 0 17-15,0 0-4 0,0 0 10 0,0 0-2 16,0 0 14-16,0 0 22 0,0 0 12 0,0 0 14 16,0 0 13-16,0 0 7 0,0 0 4 0,0 0 3 15,0 0-8-15,0 0 1 0,0 0-4 0,0 0-5 16,0 0-14-16,0 0-17 0,0 0-11 0,5 3-8 16,-5-3-19-16,0 0-6 0,0 0-12 0,13 0 9 15,-13 0-19-15,0 0-13 0,12 0 0 0,-12 0-3 16,11 0-2-16,-11 0 4 0,9-1-9 0,-9 1-5 0,10-2 4 15,-10 2-2-15,0 0 11 0,11-2-10 16,-11 2 3-16,0 0 11 0,9-4 11 0,-9 4 9 0,0 0 7 16,0 0 5-16,6-3-2 0,-6 3-2 0,0 0-12 15,0 0-3-15,0 0-5 0,0 0-9 0,0 0-3 16,0 0-6-16,1-8-4 0,-1 8 4 0,0 0 7 16,0 0-20-16,-2-6-2 0,2 6 4 0,0 0-1 15,0 0 3-15,-1-8-6 0,1 8 0 0,0 0 0 16,0 0 1-16,0 0-2 0,0 0-6 0,0 0 5 15,0 0-1-15,0 0 1 0,0 0 2 0,0 0-4 16,0 0 32-16,0 0 18 0,0 0-9 0,0 0 1 0,0 0 10 16,0 0 10-16,0 0 0 0,0 0 10 15,0 0 7-15,0 0-13 0,0 0-3 0,0 0-4 0,0 0 6 16,0 0-9-16,0 0 4 0,0 0 91 0,0 0-137 16,0 0 14-16,0 0 11 0,0 0-3 0,0 9-3 15,0-9-6-15,0 9-2 0,0-9 2 0,0 9-24 16,0-9-39-16,0 8-66 0,0-8-142 0,-2 8-39 15,2-8-128-15,-1 9-147 0,1-9-142 0,-2 6-51 16,2-6-812-16,-2 9-503 0</inkml:trace>
  <inkml:trace contextRef="#ctx0" brushRef="#br0" timeOffset="4.145">1650-173 0 0,'0'0'754'0,"0"0"-455"0,0 0-70 0,0 0 61 0,0 0-28 15,0 0-43-15,0 0-41 0,0 0-29 0,0 0-51 16,0 0 47-16,0 0-78 0,0 0-13 0,0 0 9 15,0 0 24-15,0 0 19 0,0 0 9 0,0 0-2 16,0 0 1-16,0 0-3 0,0 0-6 0,-3 5-8 16,3-5-15-16,0 0-17 0,0 0 23 0,0 0-9 15,1 8 2-15,-1-8 8 0,0 0 5 0,0 0-8 16,0 0 4-16,4 5 16 0,-4-5-23 0,0 0-2 0,0 0-26 16,0 0 7-16,7 3-17 0,-7-3-10 15,0 0-4-15,10 0-10 0,-10 0-17 0,8-5-12 0,-8 5-20 16,0 0-5-16,0 0-7 0,12-2-6 0,-12 2 4 15,0 0-15-15,0 0-14 0,6-4 2 0,-6 4-20 16,0 0 20-16,0 0-41 0,0 0 21 0,0 0-22 16,0 0 2-16,0 0 19 0,0 0 1 0,0 0 16 15,3-5 16-15,-3 5 7 0,0 0 11 0,0 0 12 16,0 0-1-16,0 0 15 0,0 0 6 0,0 0 7 16,0 0 14-16,0 0-14 0,0 0-6 0,0 0-97 15,0 0 151-15,0 0 7 0,0 0 17 0,-4 4-4 0,4-4 38 16,0 0-33-16,-4 7-4 0,4-7 13 15,0 0-19-15,-4 8 4 0,4-8-14 0,0 0-24 0,-2 8 6 16,2-8 5-16,0 0-7 0,-1 7-3 0,1-7-41 16,0 0-55-16,0 0-49 0,0 0-104 0,0 9-101 15,0-9-111-15,0 0-46 0,0 0-631 0,0 0-298 16</inkml:trace>
  <inkml:trace contextRef="#ctx0" brushRef="#br0" timeOffset="5.145">1718-289 0 0,'0'0'1884'15,"0"0"-962"-15,0 0-21 0,0 0-93 0,0 0-93 16,0 0-64-16,0 0-69 0,0 0-46 0,0 0-20 16,0 0-98-16,0 0-90 0,0 0-68 0,0 0-58 0,0 0-60 15,3-7-72-15,-3 7-96 0,0 0-81 0,6-5-83 16,-6 5-81-16,0 0-48 0,4-5-129 0,-4 5-205 16,0 0-128-16,0 0-191 0,0 0-150 0,0 0-550 15,0 0-539-15</inkml:trace>
  <inkml:trace contextRef="#ctx0" brushRef="#br0" timeOffset="6.145">743-38 0 0,'0'0'687'0,"0"0"-270"0,0 0 23 0,0 0-6 0,0 0-23 16,0 0-21-16,0 0 5 0,0 0-24 0,0 0 5 15,0 0-11-15,0 0-13 0,0 0-9 0,0 0-31 16,0 0-19-16,0 0-14 0,0 0-22 0,0 0-22 16,0 0-31-16,0 0-10 0,0 0-24 0,0 0 13 15,0 0-8-15,0 0-53 0,0 0-9 0,0 0-28 0,0 0-22 16,0 0-7-16,0 0-21 0,-3 7 13 0,3-7-16 15,0 0 7-15,1 9-2 0,-1-9-3 0,1 8-16 16,-1-8 6-16,2 11 9 0,-2-11-60 0,2 10-49 16,-2-10-48-16,3 9-70 0,-3-9-51 0,1 10-145 15,-1-10-76-15,1 9-161 0,-1-9-190 0,-2 7-59 16,2-7-852-16,-2 6-561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dev"/>
          <inkml:channel name="T" type="integer" max="2.14748E9" units="dev"/>
        </inkml:traceFormat>
        <inkml:channelProperties>
          <inkml:channelProperty channel="X" name="resolution" value="1841.87744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09T14:45:32.894"/>
    </inkml:context>
    <inkml:brush xml:id="br0">
      <inkml:brushProperty name="width" value="0.00882" units="cm"/>
      <inkml:brushProperty name="height" value="0.00882" units="cm"/>
      <inkml:brushProperty name="fitToCurve" value="1"/>
    </inkml:brush>
  </inkml:definitions>
  <inkml:traceGroup>
    <inkml:annotationXML>
      <emma:emma xmlns:emma="http://www.w3.org/2003/04/emma" version="1.0">
        <emma:interpretation id="{2442EBEF-38F1-4A88-9AA7-6700843C593D}" emma:medium="tactile" emma:mode="ink">
          <msink:context xmlns:msink="http://schemas.microsoft.com/ink/2010/main" type="writingRegion" rotatedBoundingBox="33261,18108 33374,18108 33374,18165 33261,18165"/>
        </emma:interpretation>
      </emma:emma>
    </inkml:annotationXML>
    <inkml:traceGroup>
      <inkml:annotationXML>
        <emma:emma xmlns:emma="http://www.w3.org/2003/04/emma" version="1.0">
          <emma:interpretation id="{288AE777-A9D3-49D9-982A-95CC3810FC74}" emma:medium="tactile" emma:mode="ink">
            <msink:context xmlns:msink="http://schemas.microsoft.com/ink/2010/main" type="paragraph" rotatedBoundingBox="33261,18108 33374,18108 33374,18165 33261,1816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4C2D3A4-518D-4782-811B-984CECF4CD1E}" emma:medium="tactile" emma:mode="ink">
              <msink:context xmlns:msink="http://schemas.microsoft.com/ink/2010/main" type="line" rotatedBoundingBox="33261,18108 33374,18108 33374,18165 33261,18165"/>
            </emma:interpretation>
          </emma:emma>
        </inkml:annotationXML>
        <inkml:traceGroup>
          <inkml:annotationXML>
            <emma:emma xmlns:emma="http://www.w3.org/2003/04/emma" version="1.0">
              <emma:interpretation id="{8461BCD6-82D3-47E3-BE78-6A2F54263005}" emma:medium="tactile" emma:mode="ink">
                <msink:context xmlns:msink="http://schemas.microsoft.com/ink/2010/main" type="inkWord" rotatedBoundingBox="33261,18108 33374,18108 33374,18165 33261,18165"/>
              </emma:interpretation>
              <emma:one-of disjunction-type="recognition" id="oneOf0">
                <emma:interpretation id="interp0" emma:lang="" emma:confidence="0.5">
                  <emma:literal>W</emma:literal>
                </emma:interpretation>
                <emma:interpretation id="interp1" emma:lang="" emma:confidence="0">
                  <emma:literal>.</emma:literal>
                </emma:interpretation>
                <emma:interpretation id="interp2" emma:lang="" emma:confidence="0">
                  <emma:literal>&amp;</emma:literal>
                </emma:interpretation>
                <emma:interpretation id="interp3" emma:lang="" emma:confidence="0">
                  <emma:literal>e</emma:literal>
                </emma:interpretation>
                <emma:interpretation id="interp4" emma:lang="" emma:confidence="0">
                  <emma:literal>£</emma:literal>
                </emma:interpretation>
              </emma:one-of>
            </emma:emma>
          </inkml:annotationXML>
          <inkml:trace contextRef="#ctx0" brushRef="#br0">985 1124 0 0,'-13'10'497'0,"13"-10"-226"0,0 0-29 0,0 0-20 0,0 0-1 16,0 0-29-16,-14 11-27 0,14-11-16 15,0 0-14-15,0 0-17 0,0 0-6 0,0 0-6 0,0 0-4 16,0 0-2-16,0 0-78 0,0 0 191 0,0 0-110 16,0 0-6-16,0 0-15 0,0 0-25 15,27 4-9-15,-27-4 14 0,0 0-49 0,0 0 15 0,0 0-9 16,0 0-12-16,28 3 4 0,-28-3-11 0,0 0 7 16,0 0-8-16,0 0 14 0,0 0-3 0,0 0-2 15,34 7-12-15,-34-7 10 0,0 0 4 0,0 0-1 16,0 0-6-16,0 0 0 0,0 0 2 0,48-3 3 15,-48 3-3-15,0 0 2 0,0 0-9 0,0 0 1 0,27-4 94 16,-27 4-111-16,0 0 1 0,0 0 4 16,0 0 5-16,0 0-24 0,0 0 10 0,0 0 16 0,0 0 6 15,0 0-1-15,0 0-8 0,0 0 8 0,0 0-13 16,0 0 8-16,0 0-10 0,0 0 22 0,0 0-3 16,0 0 9-16,0 0-5 0,0 0 6 0,0 0 4 15,0 0-3-15,0 0 4 0,0 0-5 0,0 0-9 16,0 0 9-16,20-7 2 0,-20 7 26 0,0 0-46 15,0 0 4-15,0 0-107 0,0 0 129 0,0 0-5 16,0 0-5-16,0 0-15 0,0 0 15 0,0 0-7 16,0 0 10-16,0 0-8 0,0 0 1 0,0 0-2 0,0 0 9 15,0 0 11-15,0 0-11 0,0 0 47 16,0 0 13-16,0 0 66 0,0 0-81 0,0 0 0 16,0 0-8-16,0 0-8 0,0 0-8 0,0 0-13 0,0 0-17 15,0 0 9-15,0 0 1 0,0 0-12 0,0 0 10 16,-13 11-14-16,13-11 16 0,0 0-29 0,0 0 12 15,0 0-1-15,6 14-3 0,-6-14 11 0,0 0-3 16,0 0 0-16,0 0 13 0,14 11-12 0,-14-11 4 16,0 0 1-16,0 0 4 0,0 0 10 0,0 0-3 15,0 0-9-15,7 10-1 0,-7-10-9 16,0 0 18-16,0 0-21 0,0 0-43 0,0 0-130 0,0 0-123 16,48 0-105-16,-48 0-86 0,0 0-129 0,20-10-359 15,-20 10-175-15</inkml:trace>
          <inkml:trace contextRef="#ctx0" brushRef="#br0" timeOffset="444.8186">1292 1095 0 0,'0'0'908'0,"0"0"-295"0,0 0-29 0,0 0-76 16,0 0-39-16,-41 4-28 16,41-4-73-16,0 0-60 0,0 0-50 0,0 0-35 0,0 0-1 0,0 0 12 0,0 0 12 15,-20 10-8-15,20-10-25 0,0 0-36 0,0 0-18 0,0 0-30 16,0 0-7-16,-14 7-23 0,14-7-20 0,0 0-6 15,0 0-12-15,0 0-8 0,0 0-10 0,0 0-14 16,0 0-3-16,0 0-57 0,0 0-107 0,0 0-164 16,0 0-298-16,0 0-263 0,0 0-275 0,0 0-433 15,14-7-506-15</inkml:trace>
          <inkml:trace contextRef="#ctx0" brushRef="#br0" timeOffset="-1016.5494">767 1159 0 0,'0'0'585'0,"0"0"-322"16,0 0-26-16,0 0 13 0,0 0 14 15,0 0-33-15,0 0-6 0,0 0-20 0,0 0-17 0,0 0 2 0,0 0-11 0,0 0 8 16,0 0 8-16,0 0 16 0,0 0 12 0,0 0-10 0,0 0-3 16,0 0-2-1,0 0 0-15,0 0 0 0,0 0-10 0,0 0-7 0,0 0-12 0,0 0-17 0,0 0-18 16,0 0-6-1,0 0-24-15,0 0-9 0,0 0-11 0,0 0-12 0,0 0-7 0,0 0 0 0,0 0 0 16,0 0-7-16,0 0-2 0,0 0-5 0,0 0-7 16,0 0-8-16,0 0-5 0,0 0-5 0,0 0-12 15,0 0-3-15,0 0-5 0,0 0-6 0,0 0-4 0,0 0 4 16,0 0-3-16,0 0-10 0,0 0 9 0,0 0 0 16,0 0-8-16,0 0 5 0,0 0 2 0,0 0 5 15,0 0 0-15,0 0 15 0,0 0-8 0,0 0 22 16,0 0 2-16,0 0 5 0,0 0-10 0,0 0 3 15,0 0-5-15,0 0 19 0,0 0-32 0,0 0 27 16,0 0-44-16,0 0 2 0,0 0 17 0,0 0-12 16,0 0 0-16,0 0 14 0,0 0-26 0,28 7 1 15,-28-7 26-15,0 0-12 0,0 0-8 0,0 0 2 0,0 0-2 16,0 0 5-16,0 0-15 0,0 0 0 16,0 0 6-16,0 0-4 0,0 0 4 0,0 0 10 0,0 0-4 15,0 0 18-15,-7 11-35 0,7-11 20 0,0 0-11 16,0 0-11-16,-7 14 48 0,7-14-35 0,0 0 32 15,0 0-57-15,-14 18 27 0,14-18-1 0,0 0-14 16,-13 14 9-16,13-14 1 0,0 0-1 0,-14 11 34 16,14-11-36-16,0 0-73 0,-7 14 90 0,7-14-9 15,0 0 36-15,-7 15-43 0,7-15 3 0,0 0 4 16,-13 10-8-16,13-10-2 0,0 0 3 0,0 0-2 16,-7 15 6-16,7-15-1 0,0 0 6 0,0 0-8 0,0 0 4 15,0 0-2-15,0 0-7 0,0 0 15 16,0 0 36-16,-7 10-55 0,7-10 12 0,0 0 7 0,0 0-11 15,0 0 25-15,0 0-96 16,0 0 76-16,0 0 3 0,0 0 5 0,0 0-11 16,0 0-1-16,0 0-14 0,0 0 8 0,0 0 6 15,0 0 3-15,0 0 0 0,0 0 38 0,0 0-45 16,0 0 6-16,0 0-14 0,0 0 14 0,0 0-5 16,0 0-1-16,0 0 15 0,0 0 2 0,0 0 45 15,0 0-60-15,0 0 1 0,0 0 9 0,0 0 27 16,0 0-165-16,0 0 153 0,0 0-14 0,0 0 9 0,0 0-10 15,0 0 37-15,0 0-41 0,0 0-3 0,0 0 11 16,14-10-14-16,-14 10-8 0,0 0 39 0,0 0-52 16,0 0 11-16,0 0-8 0,0 0 51 0,0 0-48 15,0 0 6-15,0 0 0 0,0 0-3 0,0 0 37 16,0 0-34-16,0 0 11 0,0 0-2 0,0 0 31 16,0 0-48-16,0 0 13 0,0 0 6 0,0 0-4 15,0 0 3-15,0 0 6 0,0 0 4 0,0 0-17 16,0 0-2-16,0 0 7 0,0 0 11 0,0 0 122 0,0 0-157 15,0 0 9-15,0 0 2 0,0 0-1 16,0 0 5-16,0 0 1 0,0 0 31 0,0 0-23 0,0 0-7 16,0 0 9-16,0 0-2 0,0 0-1 0,0 0 37 15,0 0-45-15,0 0 46 0,0 0-48 0,0 0 13 16,0 0-5-16,0 0-3 0,0 0 13 0,0 0-2 16,0 0 1-16,0 0 4 0,0 0-21 0,0 0 20 15,0 0-9-15,0 0 3 0,0 0-1 0,20-7 4 0,-20 7-3 16,0 0 2-16,0 0-2 0,0 0 4 15,0 0-14-15,0 0 18 0,0 0 22 0,0 0-37 16,0 0 23-16,0 0-29 0,0 0 8 0,0 0-2 0,0 0 15 16,0 0 8-16,0 0-26 15,0 0 8-15,0 0-8 0,0 0 6 0,0 0 5 0,0 0-1 0,0 0 5 0,0 0-1 16,0 0-41-16,0 0 37 0,0 0 9 0,0 0-3 16,0 0-2-16,0 0 6 0,0 0-12 0,0 0 3 0,0-18 15 15,0 18-16-15,0 0 3 0,0 0-6 0,0 0 2 16,0 0 10-16,0 0-2 0,0 0-2 0,0 0-3 15,0 0-13-15,0 0 11 0,0 0 2 0,34-4 34 16,-34 4-48-16,0 0 5 0,0 0 1 0,0 0-4 16,28-7 45-16,-28 7-91 15,0 0 50-15,0 0 0 0,0 0-2 0,27-7 41 0,-27 7-45 16,0 0 13-16,20-11 24 0,-20 11-40 0,0 0 5 16,21-7 1-16,-21 7-80 0,0 0 98 0,13-11 1 0,-13 11-4 15,0 0-1-15,14-7 5 0,-14 7-7 0,0 0 3 16,0 0-5-16,27-11-3 0,-27 11 2 0,0 0 1 0,21-7-9 15,-21 7 8-15,0 0-6 0,20-7 0 0,-20 7-3 32,0 0 7-32,14-10 21 0,-14 10-30 0,0 0-13 0,0 0 21 15,0 0-8-15,27-8 0 0,-27 8 2 0,0 0 0 16,0 0 1-16,0 0-2 0,0 0 2 0,0 0 20 0,0 0-11 16,0 0-6-16,0 0-1 0,0 0 7 0,0 0-9 15,41 0 8-15,-41 0 1 0,0 0-3 16,0 0 3-16,0 0-8 0,0 0 8 0,0 0-1 15,0 0 0-15,0 0 4 0,0 0-12 0,0 0-3 0,0 0-8 16,0 0-14-16,0 0-20 0,0 0-3 16,0 0 4-16,0 0-17 0,0 0 1 0,0 0 1 0,0 0 9 15,0 0 9-15,0 0 8 0,0 0 13 0,0 0 4 16,0 0 5-16,0 0 2 0,0 0-1 0,0 0 7 16,0 0 2-16,-27 8 5 0,27-8-5 0,0 0 10 15,0 0 1-15,-34 7-4 0,34-7 4 0,0 0-3 16,-34 7 4-16,34-7-3 0,0 0-3 0,-41 7 6 15,41-7-5-15,-41 3 8 0,41-3-3 0,-27 8 3 0,27-8-4 0,-41 3-2 0,41-3 7 0,-48 4-73 16,48-4 84-16,-34 7-3 0,34-7-3 0,-41 7-13 16,41-7 6-1,-34 4 13-15,34-4-18 0,-34 3-2 0,34-3 1 16,0 0-2-16,-21 7 0 0,21-7 4 0,0 0-3 16,-27 7-8-16,27-7 14 0,0 0 0 0,0 0 1 0,0 0 1 0,0 0 4 15,0 0 12-15,0 0 5 0,0 0 6 0,0 0 2 16,0 0-4-16,0 0 0 0,0 0-5 0,0 0-6 15,0 0-3-15,0 0-8 0,-34 4 2 0,34-4-4 16,0 0 0-16,0 0 0 0,0 0-3 0,0 0 3 16,0 0-1-16,0 0-4 0,0 0-4 0,0 0 6 15,0 0 6-15,0 0-31 0,0 0 29 0,0 0 1 0,0 0-2 16,0 0 3-16,48 0-3 0,-48 0-3 16,0 0 6-16,0 0 2 0,0 0-5 0,54 0 21 15,-54 0-36-15,0 0 1 0,0 0 9 0,0 0-2 0,0 0-2 16,48 0-1-16,-48 0 5 15,0 0-1-15,0 0 1 0,34 4 0 0,-34-4 0 0,0 0 0 0,0 0 0 16,48-4-3-16,-48 4 6 0,0 0-2 0,41-4 5 16,-41 4-9-16,0 0 3 0,47-3-6 0,-47 3 8 15,0 0-2-15,41-4 4 0,-41 4-6 0,0 0 1 16,0 0-25-16,0 0 31 0,34-3-5 0,-34 3-3 16,0 0 16-16,0 0-8 0,0 0-6 15,0 0-1-15,0 0 1 0,48 0 2 0,-48 0 7 0,0 0-71 0,0 0 78 0,0 0-6 16,0 0-3-1,0 0-1-15,34-4 3 0,-34 4-3 0,0 0-3 16,0 0-3-16,0 0-1 0,0 0-10 0,0 0 0 0,0 0-18 16,0 0-3-16,0 0-27 0,0 0-10 0,0 0-22 15,0 0-25-15,0 0-33 0,0 0-54 0,0 0-53 16,0 0-54-16,0 0-59 0,0 0-87 0,0 0-59 16,0 0-27-16,0 0-16 0,0 0-76 0,21-11-277 15,-21 11-111-15</inkml:trace>
        </inkml:traceGroup>
      </inkml:traceGroup>
    </inkml:traceGroup>
  </inkml:traceGroup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4390-5486-4F76-96B8-530544A69E29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FB8A2-C3BD-48B9-B5F5-736856A2D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920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4390-5486-4F76-96B8-530544A69E29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FB8A2-C3BD-48B9-B5F5-736856A2D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787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4390-5486-4F76-96B8-530544A69E29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FB8A2-C3BD-48B9-B5F5-736856A2D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729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4390-5486-4F76-96B8-530544A69E29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FB8A2-C3BD-48B9-B5F5-736856A2D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825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4390-5486-4F76-96B8-530544A69E29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FB8A2-C3BD-48B9-B5F5-736856A2D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774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4390-5486-4F76-96B8-530544A69E29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FB8A2-C3BD-48B9-B5F5-736856A2D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7377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4390-5486-4F76-96B8-530544A69E29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FB8A2-C3BD-48B9-B5F5-736856A2D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749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4390-5486-4F76-96B8-530544A69E29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FB8A2-C3BD-48B9-B5F5-736856A2D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171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4390-5486-4F76-96B8-530544A69E29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FB8A2-C3BD-48B9-B5F5-736856A2D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63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4390-5486-4F76-96B8-530544A69E29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FB8A2-C3BD-48B9-B5F5-736856A2D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920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4390-5486-4F76-96B8-530544A69E29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FB8A2-C3BD-48B9-B5F5-736856A2D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671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304390-5486-4F76-96B8-530544A69E29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2FB8A2-C3BD-48B9-B5F5-736856A2D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303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1.em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emf"/><Relationship Id="rId4" Type="http://schemas.openxmlformats.org/officeDocument/2006/relationships/customXml" Target="../ink/ink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75565" y="2909454"/>
            <a:ext cx="116378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 smtClean="0"/>
              <a:t>OS</a:t>
            </a:r>
            <a:endParaRPr lang="en-IN" sz="66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/>
              <p14:cNvContentPartPr/>
              <p14:nvPr/>
            </p14:nvContentPartPr>
            <p14:xfrm>
              <a:off x="11745038" y="6465430"/>
              <a:ext cx="279720" cy="7452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743598" y="6463990"/>
                <a:ext cx="281520" cy="7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7802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 is &lt;strong&gt;Linux&lt;/strong&gt;?-&lt;strong&gt;LINUX&lt;/strong&gt;-php.c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5587" y="1419225"/>
            <a:ext cx="6600825" cy="40195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11740923" y="6616203"/>
              <a:ext cx="279720" cy="7452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739483" y="6614763"/>
                <a:ext cx="281520" cy="7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2574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30" b="1990"/>
          <a:stretch/>
        </p:blipFill>
        <p:spPr>
          <a:xfrm>
            <a:off x="3452813" y="737755"/>
            <a:ext cx="5164714" cy="545984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11808300" y="6712455"/>
              <a:ext cx="279720" cy="7452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806860" y="6711015"/>
                <a:ext cx="281520" cy="7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5740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48" y="226752"/>
            <a:ext cx="3923607" cy="22070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186" y="580818"/>
            <a:ext cx="3734954" cy="1714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74410"/>
            <a:ext cx="3834153" cy="248739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3871" y="3682500"/>
            <a:ext cx="4108306" cy="23051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3448" y="2623127"/>
            <a:ext cx="11584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Top 500 Super Computers							Servers 95%</a:t>
            </a:r>
            <a:endParaRPr lang="en-IN" sz="2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03448" y="6151418"/>
            <a:ext cx="11770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86% MOBILES				 		            	ALL ELECTRONIC GADGETS</a:t>
            </a:r>
            <a:endParaRPr lang="en-IN" sz="24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4" name="Ink 23"/>
              <p14:cNvContentPartPr/>
              <p14:nvPr/>
            </p14:nvContentPartPr>
            <p14:xfrm>
              <a:off x="11687464" y="6637901"/>
              <a:ext cx="279720" cy="74520"/>
            </p14:xfrm>
          </p:contentPart>
        </mc:Choice>
        <mc:Fallback xmlns="">
          <p:pic>
            <p:nvPicPr>
              <p:cNvPr id="24" name="Ink 23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686024" y="6636461"/>
                <a:ext cx="281520" cy="7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6841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8764" y="544945"/>
            <a:ext cx="846974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Where is </a:t>
            </a:r>
            <a:r>
              <a:rPr lang="en-US" sz="2400" b="1" dirty="0" err="1" smtClean="0"/>
              <a:t>linux</a:t>
            </a:r>
            <a:r>
              <a:rPr lang="en-US" sz="2400" b="1" dirty="0" smtClean="0"/>
              <a:t> ..?</a:t>
            </a:r>
          </a:p>
          <a:p>
            <a:endParaRPr lang="en-US" sz="2400" dirty="0"/>
          </a:p>
          <a:p>
            <a:pPr marL="342900" indent="-342900">
              <a:buAutoNum type="arabicPeriod"/>
            </a:pPr>
            <a:r>
              <a:rPr lang="en-US" sz="2400" dirty="0" smtClean="0"/>
              <a:t>Space Station</a:t>
            </a:r>
          </a:p>
          <a:p>
            <a:pPr marL="342900" indent="-342900">
              <a:buAutoNum type="arabicPeriod"/>
            </a:pPr>
            <a:r>
              <a:rPr lang="en-US" sz="2400" dirty="0" err="1" smtClean="0"/>
              <a:t>Defence</a:t>
            </a:r>
            <a:endParaRPr lang="en-US" sz="2400" dirty="0" smtClean="0"/>
          </a:p>
          <a:p>
            <a:pPr marL="342900" indent="-342900">
              <a:buAutoNum type="arabicPeriod"/>
            </a:pPr>
            <a:r>
              <a:rPr lang="en-US" sz="2400" dirty="0" smtClean="0"/>
              <a:t>Satellite</a:t>
            </a:r>
          </a:p>
          <a:p>
            <a:pPr marL="342900" indent="-342900">
              <a:buAutoNum type="arabicPeriod"/>
            </a:pPr>
            <a:r>
              <a:rPr lang="en-US" sz="2400" dirty="0" smtClean="0"/>
              <a:t>NY Stock Exchange</a:t>
            </a:r>
          </a:p>
          <a:p>
            <a:pPr marL="342900" indent="-342900">
              <a:buAutoNum type="arabicPeriod"/>
            </a:pPr>
            <a:r>
              <a:rPr lang="en-US" sz="2400" dirty="0" smtClean="0"/>
              <a:t>Gaming Industry</a:t>
            </a:r>
          </a:p>
          <a:p>
            <a:pPr marL="342900" indent="-342900">
              <a:buAutoNum type="arabicPeriod"/>
            </a:pPr>
            <a:r>
              <a:rPr lang="en-US" sz="2400" dirty="0" smtClean="0"/>
              <a:t>Amazon Kindle</a:t>
            </a:r>
          </a:p>
          <a:p>
            <a:pPr marL="342900" indent="-342900">
              <a:buAutoNum type="arabicPeriod"/>
            </a:pPr>
            <a:r>
              <a:rPr lang="en-US" sz="2400" dirty="0" smtClean="0"/>
              <a:t>TVS</a:t>
            </a:r>
          </a:p>
          <a:p>
            <a:pPr marL="342900" indent="-342900">
              <a:buAutoNum type="arabicPeriod"/>
            </a:pPr>
            <a:r>
              <a:rPr lang="en-US" sz="2400" dirty="0" smtClean="0"/>
              <a:t>Cars</a:t>
            </a:r>
          </a:p>
          <a:p>
            <a:pPr marL="342900" indent="-342900">
              <a:buAutoNum type="arabicPeriod"/>
            </a:pPr>
            <a:r>
              <a:rPr lang="en-US" sz="2400" dirty="0" smtClean="0"/>
              <a:t>Smartphones</a:t>
            </a:r>
          </a:p>
          <a:p>
            <a:pPr marL="342900" indent="-342900">
              <a:buAutoNum type="arabicPeriod"/>
            </a:pPr>
            <a:r>
              <a:rPr lang="en-US" sz="2400" dirty="0" err="1" smtClean="0"/>
              <a:t>Gedgets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4173027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8764" y="544945"/>
            <a:ext cx="846974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Why to use </a:t>
            </a:r>
            <a:r>
              <a:rPr lang="en-US" sz="2400" b="1" dirty="0" err="1" smtClean="0"/>
              <a:t>linux</a:t>
            </a:r>
            <a:r>
              <a:rPr lang="en-US" sz="2400" b="1" dirty="0" smtClean="0"/>
              <a:t> ..?</a:t>
            </a:r>
          </a:p>
          <a:p>
            <a:endParaRPr lang="en-US" sz="2400" dirty="0"/>
          </a:p>
          <a:p>
            <a:pPr marL="342900" indent="-342900">
              <a:buAutoNum type="arabicPeriod"/>
            </a:pPr>
            <a:r>
              <a:rPr lang="en-US" sz="2400" dirty="0" smtClean="0"/>
              <a:t>Free and Open-Source</a:t>
            </a:r>
          </a:p>
          <a:p>
            <a:pPr marL="342900" indent="-342900">
              <a:buAutoNum type="arabicPeriod"/>
            </a:pPr>
            <a:r>
              <a:rPr lang="en-US" sz="2400" dirty="0" smtClean="0"/>
              <a:t>Security will be high</a:t>
            </a:r>
          </a:p>
          <a:p>
            <a:pPr marL="342900" indent="-342900">
              <a:buAutoNum type="arabicPeriod"/>
            </a:pPr>
            <a:r>
              <a:rPr lang="en-US" sz="2400" dirty="0" smtClean="0"/>
              <a:t>High Performance</a:t>
            </a:r>
          </a:p>
          <a:p>
            <a:pPr marL="342900" indent="-342900">
              <a:buAutoNum type="arabicPeriod"/>
            </a:pPr>
            <a:r>
              <a:rPr lang="en-US" sz="2400" dirty="0" smtClean="0"/>
              <a:t>Multi User Based</a:t>
            </a:r>
          </a:p>
          <a:p>
            <a:pPr marL="342900" indent="-342900">
              <a:buAutoNum type="arabicPeriod"/>
            </a:pPr>
            <a:r>
              <a:rPr lang="en-US" sz="2400" dirty="0" smtClean="0"/>
              <a:t>It Supports all Programming Languages</a:t>
            </a:r>
          </a:p>
          <a:p>
            <a:pPr marL="342900" indent="-342900">
              <a:buAutoNum type="arabicPeriod"/>
            </a:pPr>
            <a:r>
              <a:rPr lang="en-US" sz="2400" dirty="0" smtClean="0"/>
              <a:t>High Speed</a:t>
            </a:r>
          </a:p>
          <a:p>
            <a:pPr marL="342900" indent="-342900">
              <a:buAutoNum type="arabicPeriod"/>
            </a:pP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613857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8764" y="544945"/>
            <a:ext cx="84697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Differences ..?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KERNEL: Managing Low-Level tasks Hardware &amp; Resources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OS: Manages User Interface &amp; Application</a:t>
            </a:r>
          </a:p>
        </p:txBody>
      </p:sp>
    </p:spTree>
    <p:extLst>
      <p:ext uri="{BB962C8B-B14F-4D97-AF65-F5344CB8AC3E}">
        <p14:creationId xmlns:p14="http://schemas.microsoft.com/office/powerpoint/2010/main" val="152453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9309" y="1362865"/>
            <a:ext cx="6446982" cy="4589971"/>
          </a:xfrm>
          <a:prstGeom prst="rect">
            <a:avLst/>
          </a:prstGeom>
        </p:spPr>
      </p:pic>
      <p:sp>
        <p:nvSpPr>
          <p:cNvPr id="4" name="Cloud Callout 3"/>
          <p:cNvSpPr/>
          <p:nvPr/>
        </p:nvSpPr>
        <p:spPr>
          <a:xfrm>
            <a:off x="8007927" y="1071418"/>
            <a:ext cx="1708727" cy="840509"/>
          </a:xfrm>
          <a:prstGeom prst="cloud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CENTOS</a:t>
            </a:r>
            <a:endParaRPr lang="en-IN" dirty="0"/>
          </a:p>
        </p:txBody>
      </p:sp>
      <p:sp>
        <p:nvSpPr>
          <p:cNvPr id="5" name="Cloud Callout 4"/>
          <p:cNvSpPr/>
          <p:nvPr/>
        </p:nvSpPr>
        <p:spPr>
          <a:xfrm>
            <a:off x="5527964" y="806125"/>
            <a:ext cx="1708727" cy="840509"/>
          </a:xfrm>
          <a:prstGeom prst="cloud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UBUNTU</a:t>
            </a:r>
            <a:endParaRPr lang="en-IN" dirty="0"/>
          </a:p>
        </p:txBody>
      </p:sp>
      <p:sp>
        <p:nvSpPr>
          <p:cNvPr id="6" name="Cloud Callout 5"/>
          <p:cNvSpPr/>
          <p:nvPr/>
        </p:nvSpPr>
        <p:spPr>
          <a:xfrm flipH="1">
            <a:off x="2237509" y="1071419"/>
            <a:ext cx="1764146" cy="840509"/>
          </a:xfrm>
          <a:prstGeom prst="cloud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REDHAT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2552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8764" y="526473"/>
            <a:ext cx="846974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 smtClean="0"/>
              <a:t>Flavours</a:t>
            </a:r>
            <a:r>
              <a:rPr lang="en-US" sz="2400" b="1" dirty="0" smtClean="0"/>
              <a:t>/Distributions ..?</a:t>
            </a:r>
          </a:p>
          <a:p>
            <a:endParaRPr lang="en-US" sz="2400" dirty="0"/>
          </a:p>
          <a:p>
            <a:r>
              <a:rPr lang="en-US" sz="2400" dirty="0" smtClean="0"/>
              <a:t>Iphone15 </a:t>
            </a:r>
            <a:r>
              <a:rPr lang="en-US" sz="2400" dirty="0" smtClean="0">
                <a:sym typeface="Wingdings" panose="05000000000000000000" pitchFamily="2" charset="2"/>
              </a:rPr>
              <a:t> 15+  15 pro  Pro max</a:t>
            </a:r>
          </a:p>
          <a:p>
            <a:endParaRPr lang="en-US" sz="2400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ym typeface="Wingdings" panose="05000000000000000000" pitchFamily="2" charset="2"/>
              </a:rPr>
              <a:t>UBUNTU 70%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ym typeface="Wingdings" panose="05000000000000000000" pitchFamily="2" charset="2"/>
              </a:rPr>
              <a:t>REDHAT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ym typeface="Wingdings" panose="05000000000000000000" pitchFamily="2" charset="2"/>
              </a:rPr>
              <a:t>CENTOS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ym typeface="Wingdings" panose="05000000000000000000" pitchFamily="2" charset="2"/>
              </a:rPr>
              <a:t>FEDORA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ym typeface="Wingdings" panose="05000000000000000000" pitchFamily="2" charset="2"/>
              </a:rPr>
              <a:t>DEBIAN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ym typeface="Wingdings" panose="05000000000000000000" pitchFamily="2" charset="2"/>
              </a:rPr>
              <a:t>ROCKY LINUX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ym typeface="Wingdings" panose="05000000000000000000" pitchFamily="2" charset="2"/>
              </a:rPr>
              <a:t>KALI LINUX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982" y="1630988"/>
            <a:ext cx="7611918" cy="5074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386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82" y="1247925"/>
            <a:ext cx="6486931" cy="39336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913" y="2152933"/>
            <a:ext cx="4987636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b="1" dirty="0" smtClean="0">
                <a:solidFill>
                  <a:srgbClr val="FF0000"/>
                </a:solidFill>
              </a:rPr>
              <a:t>SHELL:</a:t>
            </a:r>
            <a:endParaRPr lang="en-IN" sz="2400" b="1" dirty="0" smtClean="0">
              <a:solidFill>
                <a:srgbClr val="FF0000"/>
              </a:solidFill>
            </a:endParaRPr>
          </a:p>
          <a:p>
            <a:r>
              <a:rPr lang="en-US" sz="2000" dirty="0"/>
              <a:t>  </a:t>
            </a:r>
            <a:r>
              <a:rPr lang="en-US" sz="2000" dirty="0" smtClean="0"/>
              <a:t>     DEALS WITH I&amp;O</a:t>
            </a:r>
          </a:p>
          <a:p>
            <a:pPr marL="342900" indent="-342900">
              <a:buAutoNum type="arabicPeriod" startAt="2"/>
            </a:pPr>
            <a:r>
              <a:rPr lang="en-US" sz="2400" b="1" dirty="0" smtClean="0">
                <a:solidFill>
                  <a:srgbClr val="FF0000"/>
                </a:solidFill>
              </a:rPr>
              <a:t>DAEMON:</a:t>
            </a:r>
          </a:p>
          <a:p>
            <a:r>
              <a:rPr lang="en-US" sz="2000" dirty="0" smtClean="0"/>
              <a:t>        DEALS WITH BACKGROUND PROCESS</a:t>
            </a:r>
          </a:p>
          <a:p>
            <a:pPr marL="342900" indent="-342900">
              <a:buAutoNum type="arabicPeriod" startAt="3"/>
            </a:pPr>
            <a:r>
              <a:rPr lang="en-US" sz="2400" b="1" dirty="0" smtClean="0">
                <a:solidFill>
                  <a:srgbClr val="FF0000"/>
                </a:solidFill>
              </a:rPr>
              <a:t>KERNEL: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      DEALS WITH HARDWARE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        (CPU,RAM,ROM)</a:t>
            </a:r>
          </a:p>
        </p:txBody>
      </p:sp>
    </p:spTree>
    <p:extLst>
      <p:ext uri="{BB962C8B-B14F-4D97-AF65-F5344CB8AC3E}">
        <p14:creationId xmlns:p14="http://schemas.microsoft.com/office/powerpoint/2010/main" val="1980723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35" t="20807" r="39027" b="2965"/>
          <a:stretch/>
        </p:blipFill>
        <p:spPr>
          <a:xfrm>
            <a:off x="3371273" y="2262909"/>
            <a:ext cx="5043054" cy="40732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6327" y="397164"/>
            <a:ext cx="5301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REAL TIME OS LEADER FOR SERVER</a:t>
            </a:r>
            <a:endParaRPr lang="en-IN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641600" y="1801244"/>
            <a:ext cx="73059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MAC-OS		LINUX 		WINDOWS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597051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6473" y="609600"/>
            <a:ext cx="10547927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Linux vs Windows (Simple Table)</a:t>
            </a:r>
          </a:p>
          <a:p>
            <a:endParaRPr lang="en-IN" dirty="0" smtClean="0"/>
          </a:p>
          <a:p>
            <a:r>
              <a:rPr lang="en-IN" dirty="0" smtClean="0"/>
              <a:t>| Feature    	  | Linux                      		  | Windows        </a:t>
            </a:r>
          </a:p>
          <a:p>
            <a:r>
              <a:rPr lang="en-IN" dirty="0" smtClean="0"/>
              <a:t>| ------------	  | ---------------------------- 		  | -------------- </a:t>
            </a:r>
          </a:p>
          <a:p>
            <a:r>
              <a:rPr lang="en-IN" dirty="0" smtClean="0"/>
              <a:t>| Cost      		  | Free                        		  | Paid           </a:t>
            </a:r>
          </a:p>
          <a:p>
            <a:r>
              <a:rPr lang="en-IN" dirty="0" smtClean="0"/>
              <a:t>| Source Code	  | Open                    	 		  | Closed         </a:t>
            </a:r>
          </a:p>
          <a:p>
            <a:r>
              <a:rPr lang="en-IN" dirty="0" smtClean="0"/>
              <a:t>| Viruses		  | Very rare                 		  | Common         </a:t>
            </a:r>
          </a:p>
          <a:p>
            <a:r>
              <a:rPr lang="en-IN" dirty="0" smtClean="0"/>
              <a:t>| Customizable 	  | Yes                          		  | Limited        </a:t>
            </a:r>
          </a:p>
          <a:p>
            <a:r>
              <a:rPr lang="en-IN" dirty="0" smtClean="0"/>
              <a:t>| Used for    	  | Servers, DevOps, Programming 	  | Office, Gaming |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0299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3345" y="498764"/>
            <a:ext cx="11259128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📂 </a:t>
            </a:r>
            <a:r>
              <a:rPr lang="en-IN" sz="2800" b="1" dirty="0" smtClean="0"/>
              <a:t>Linux Directory Structure (File System)</a:t>
            </a:r>
          </a:p>
          <a:p>
            <a:endParaRPr lang="en-IN" dirty="0" smtClean="0"/>
          </a:p>
          <a:p>
            <a:r>
              <a:rPr lang="en-IN" dirty="0" smtClean="0"/>
              <a:t>Linux organizes files like a tree:</a:t>
            </a:r>
          </a:p>
          <a:p>
            <a:endParaRPr lang="en-IN" dirty="0" smtClean="0"/>
          </a:p>
          <a:p>
            <a:r>
              <a:rPr lang="en-US" dirty="0"/>
              <a:t>/</a:t>
            </a:r>
            <a:endParaRPr lang="en-IN" dirty="0" smtClean="0"/>
          </a:p>
          <a:p>
            <a:r>
              <a:rPr lang="en-IN" dirty="0" smtClean="0"/>
              <a:t>/home       → User files</a:t>
            </a:r>
          </a:p>
          <a:p>
            <a:r>
              <a:rPr lang="en-IN" dirty="0" smtClean="0"/>
              <a:t>/bin        → Basic commands</a:t>
            </a:r>
          </a:p>
          <a:p>
            <a:r>
              <a:rPr lang="en-IN" dirty="0" smtClean="0"/>
              <a:t>/</a:t>
            </a:r>
            <a:r>
              <a:rPr lang="en-IN" dirty="0" err="1" smtClean="0"/>
              <a:t>etc</a:t>
            </a:r>
            <a:r>
              <a:rPr lang="en-IN" dirty="0" smtClean="0"/>
              <a:t>        → </a:t>
            </a:r>
            <a:r>
              <a:rPr lang="en-IN" dirty="0" err="1" smtClean="0"/>
              <a:t>Config</a:t>
            </a:r>
            <a:r>
              <a:rPr lang="en-IN" dirty="0" smtClean="0"/>
              <a:t> files</a:t>
            </a:r>
          </a:p>
          <a:p>
            <a:r>
              <a:rPr lang="en-IN" dirty="0" smtClean="0"/>
              <a:t>/</a:t>
            </a:r>
            <a:r>
              <a:rPr lang="en-IN" dirty="0" err="1" smtClean="0"/>
              <a:t>var</a:t>
            </a:r>
            <a:r>
              <a:rPr lang="en-IN" dirty="0" smtClean="0"/>
              <a:t>        → Logs</a:t>
            </a:r>
          </a:p>
          <a:p>
            <a:r>
              <a:rPr lang="en-IN" dirty="0" smtClean="0"/>
              <a:t>/</a:t>
            </a:r>
            <a:r>
              <a:rPr lang="en-IN" dirty="0" err="1" smtClean="0"/>
              <a:t>tmp</a:t>
            </a:r>
            <a:r>
              <a:rPr lang="en-IN" dirty="0" smtClean="0"/>
              <a:t>        → Temporary files</a:t>
            </a:r>
          </a:p>
          <a:p>
            <a:r>
              <a:rPr lang="en-IN" dirty="0" smtClean="0"/>
              <a:t>/root       → Admin user’s home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9" name="Ink 18"/>
              <p14:cNvContentPartPr/>
              <p14:nvPr/>
            </p14:nvContentPartPr>
            <p14:xfrm>
              <a:off x="575659" y="2013878"/>
              <a:ext cx="25920" cy="64800"/>
            </p14:xfrm>
          </p:contentPart>
        </mc:Choice>
        <mc:Fallback xmlns="">
          <p:pic>
            <p:nvPicPr>
              <p:cNvPr id="19" name="Ink 18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8459" y="2006678"/>
                <a:ext cx="42120" cy="7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5603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010665"/>
              </p:ext>
            </p:extLst>
          </p:nvPr>
        </p:nvGraphicFramePr>
        <p:xfrm>
          <a:off x="228600" y="1064130"/>
          <a:ext cx="10515600" cy="32004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3593173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8926749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70333437"/>
                    </a:ext>
                  </a:extLst>
                </a:gridCol>
              </a:tblGrid>
              <a:tr h="305897">
                <a:tc>
                  <a:txBody>
                    <a:bodyPr/>
                    <a:lstStyle/>
                    <a:p>
                      <a:r>
                        <a:rPr lang="en-IN" b="1" dirty="0"/>
                        <a:t>Command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Real-Life 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1669630"/>
                  </a:ext>
                </a:extLst>
              </a:tr>
              <a:tr h="305897">
                <a:tc>
                  <a:txBody>
                    <a:bodyPr/>
                    <a:lstStyle/>
                    <a:p>
                      <a:r>
                        <a:rPr lang="en-IN"/>
                        <a:t>pwd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Print Working Directory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"Where am I?"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6607844"/>
                  </a:ext>
                </a:extLst>
              </a:tr>
              <a:tr h="305897">
                <a:tc>
                  <a:txBody>
                    <a:bodyPr/>
                    <a:lstStyle/>
                    <a:p>
                      <a:r>
                        <a:rPr lang="en-IN"/>
                        <a:t>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List 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"What's in this folder?"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311708"/>
                  </a:ext>
                </a:extLst>
              </a:tr>
              <a:tr h="305897">
                <a:tc>
                  <a:txBody>
                    <a:bodyPr/>
                    <a:lstStyle/>
                    <a:p>
                      <a:r>
                        <a:rPr lang="en-IN"/>
                        <a:t>cd folder_name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Change Directory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"Go into this room"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5927723"/>
                  </a:ext>
                </a:extLst>
              </a:tr>
              <a:tr h="1453010">
                <a:tc>
                  <a:txBody>
                    <a:bodyPr/>
                    <a:lstStyle/>
                    <a:p>
                      <a:r>
                        <a:rPr lang="en-IN" dirty="0" smtClean="0"/>
                        <a:t>cd ..</a:t>
                      </a:r>
                    </a:p>
                    <a:p>
                      <a:r>
                        <a:rPr lang="en-US" dirty="0" smtClean="0"/>
                        <a:t>Ls</a:t>
                      </a:r>
                      <a:r>
                        <a:rPr lang="en-US" baseline="0" dirty="0" smtClean="0"/>
                        <a:t> –a</a:t>
                      </a:r>
                    </a:p>
                    <a:p>
                      <a:r>
                        <a:rPr lang="en-US" baseline="0" dirty="0" err="1" smtClean="0"/>
                        <a:t>Ll</a:t>
                      </a:r>
                      <a:endParaRPr lang="en-US" baseline="0" dirty="0" smtClean="0"/>
                    </a:p>
                    <a:p>
                      <a:endParaRPr lang="en-US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Go back one </a:t>
                      </a:r>
                      <a:r>
                        <a:rPr lang="en-IN" dirty="0" smtClean="0"/>
                        <a:t>folder</a:t>
                      </a:r>
                    </a:p>
                    <a:p>
                      <a:r>
                        <a:rPr lang="en-US" dirty="0" smtClean="0"/>
                        <a:t>To list hidden files </a:t>
                      </a:r>
                      <a:endParaRPr lang="en-IN" dirty="0" smtClean="0"/>
                    </a:p>
                    <a:p>
                      <a:r>
                        <a:rPr lang="en-US" dirty="0" smtClean="0"/>
                        <a:t>To long list files</a:t>
                      </a:r>
                      <a:endParaRPr lang="en-IN" dirty="0" smtClean="0"/>
                    </a:p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"</a:t>
                      </a:r>
                      <a:r>
                        <a:rPr lang="en-US" dirty="0"/>
                        <a:t>Step out of the </a:t>
                      </a:r>
                      <a:r>
                        <a:rPr lang="en-US" dirty="0" smtClean="0"/>
                        <a:t>room”</a:t>
                      </a:r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525536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02491" y="369454"/>
            <a:ext cx="9331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1: Navigation </a:t>
            </a:r>
            <a:r>
              <a:rPr lang="en-IN" b="1" dirty="0"/>
              <a:t>Commands (Moving Around)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710" y="3889286"/>
            <a:ext cx="1124296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Echo “hello”</a:t>
            </a:r>
          </a:p>
          <a:p>
            <a:r>
              <a:rPr lang="en-US" dirty="0" smtClean="0"/>
              <a:t>Head –n5 filename</a:t>
            </a:r>
          </a:p>
          <a:p>
            <a:r>
              <a:rPr lang="en-US" dirty="0"/>
              <a:t>t</a:t>
            </a:r>
            <a:r>
              <a:rPr lang="en-US" dirty="0" smtClean="0"/>
              <a:t>ail filename</a:t>
            </a:r>
          </a:p>
          <a:p>
            <a:r>
              <a:rPr lang="en-US" dirty="0" err="1" smtClean="0"/>
              <a:t>Wc</a:t>
            </a:r>
            <a:endParaRPr lang="en-US" dirty="0" smtClean="0"/>
          </a:p>
          <a:p>
            <a:r>
              <a:rPr lang="en-US" dirty="0" smtClean="0"/>
              <a:t>Cut –b 1 filename</a:t>
            </a:r>
          </a:p>
          <a:p>
            <a:r>
              <a:rPr lang="en-US" dirty="0" smtClean="0"/>
              <a:t>Cut –b 1-4 filename</a:t>
            </a:r>
          </a:p>
          <a:p>
            <a:r>
              <a:rPr lang="en-US" dirty="0" smtClean="0"/>
              <a:t>Tee</a:t>
            </a:r>
          </a:p>
          <a:p>
            <a:r>
              <a:rPr lang="en-US" dirty="0" smtClean="0"/>
              <a:t>Diff filename1 filename2</a:t>
            </a:r>
          </a:p>
          <a:p>
            <a:r>
              <a:rPr lang="en-US" dirty="0" err="1" smtClean="0"/>
              <a:t>Df</a:t>
            </a:r>
            <a:endParaRPr lang="en-US" dirty="0" smtClean="0"/>
          </a:p>
          <a:p>
            <a:r>
              <a:rPr lang="en-US" dirty="0" err="1" smtClean="0"/>
              <a:t>Vmstat</a:t>
            </a: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3063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8764" y="508000"/>
            <a:ext cx="1042785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2: BASIC COMMANDS: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404249"/>
              </p:ext>
            </p:extLst>
          </p:nvPr>
        </p:nvGraphicFramePr>
        <p:xfrm>
          <a:off x="411018" y="1078909"/>
          <a:ext cx="10515600" cy="29260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55587537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6976788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561985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Command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Real-Life 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0915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touch file.txt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Create empty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Create a new notebook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9010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cat file.txt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Show file content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Read notebook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5034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nano file.txt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Edit file (in terminal)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Write something in notebook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339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 err="1"/>
                        <a:t>rm</a:t>
                      </a:r>
                      <a:r>
                        <a:rPr lang="en-IN" dirty="0"/>
                        <a:t> file.txt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Delete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Tear up notebook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7205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mkdir foldername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Make directory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Create new folder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1136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rmdir foldername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Remove empty folder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Trash an empty box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76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 err="1"/>
                        <a:t>rm</a:t>
                      </a:r>
                      <a:r>
                        <a:rPr lang="en-IN" dirty="0"/>
                        <a:t> -r </a:t>
                      </a:r>
                      <a:r>
                        <a:rPr lang="en-IN" dirty="0" err="1"/>
                        <a:t>foldername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Remove folder with stuff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Trash full box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7165144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217768"/>
              </p:ext>
            </p:extLst>
          </p:nvPr>
        </p:nvGraphicFramePr>
        <p:xfrm>
          <a:off x="411018" y="4967418"/>
          <a:ext cx="10515600" cy="10972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72638183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1213362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12397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Command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Real-Life 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2565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Copy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Photocopy a paper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8503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Move or rename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Move file or rename notebook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60906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018" y="4557425"/>
            <a:ext cx="5061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3: Move</a:t>
            </a:r>
            <a:r>
              <a:rPr lang="en-IN" b="1" dirty="0"/>
              <a:t>, Copy, Rename Files</a:t>
            </a:r>
          </a:p>
        </p:txBody>
      </p:sp>
    </p:spTree>
    <p:extLst>
      <p:ext uri="{BB962C8B-B14F-4D97-AF65-F5344CB8AC3E}">
        <p14:creationId xmlns:p14="http://schemas.microsoft.com/office/powerpoint/2010/main" val="3771383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337478"/>
              </p:ext>
            </p:extLst>
          </p:nvPr>
        </p:nvGraphicFramePr>
        <p:xfrm>
          <a:off x="378691" y="1051199"/>
          <a:ext cx="10515600" cy="10972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68552944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5942619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459538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Command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Real-Life 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462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chmod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Change permissions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Lock/unlock file 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1828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 err="1"/>
                        <a:t>chown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Change file owner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Transfer file to another person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3953753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78691" y="378691"/>
            <a:ext cx="5237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4: Permissions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8691" y="2890982"/>
            <a:ext cx="7767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5: System Info &amp; Processes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9416310"/>
              </p:ext>
            </p:extLst>
          </p:nvPr>
        </p:nvGraphicFramePr>
        <p:xfrm>
          <a:off x="450273" y="3332582"/>
          <a:ext cx="10515600" cy="29260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02666810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207800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Command</a:t>
                      </a:r>
                      <a:endParaRPr lang="en-IN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Purpose</a:t>
                      </a:r>
                      <a:endParaRPr lang="en-IN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9409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top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Show running tasks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0377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 err="1"/>
                        <a:t>ps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Show process 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2628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 err="1"/>
                        <a:t>df</a:t>
                      </a:r>
                      <a:r>
                        <a:rPr lang="en-IN" dirty="0"/>
                        <a:t> -h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Disk space 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102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free -h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Memory 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8293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uptime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How long system is 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7316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whoami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Show current user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6949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 err="1"/>
                        <a:t>uname</a:t>
                      </a:r>
                      <a:r>
                        <a:rPr lang="en-IN" dirty="0"/>
                        <a:t> -a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Linux version info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591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73770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521" y="251752"/>
            <a:ext cx="5088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6: Package Management (Install/Remove Software)</a:t>
            </a:r>
            <a:endParaRPr lang="en-IN" b="1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78691" y="616958"/>
            <a:ext cx="473719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Ubuntu/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Debian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(APT):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apt update 		# refresh list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apt install tree 	# install package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apt remove tree 	# uninstall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RedHat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/CentOS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(YUM):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sudo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yum install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nano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521" y="3706152"/>
            <a:ext cx="23756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7: Network Commands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601977"/>
              </p:ext>
            </p:extLst>
          </p:nvPr>
        </p:nvGraphicFramePr>
        <p:xfrm>
          <a:off x="311728" y="4579355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92381992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5874574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Command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9173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ping google.com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Check internet connection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5050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ifconfig / ip 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See IP address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7137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netstat -tuln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Show open ports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9350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88787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364" y="3050089"/>
            <a:ext cx="44535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PRACTICAL MINI PROJECT (DO IT YOURSELF):</a:t>
            </a:r>
            <a:endParaRPr lang="en-IN" b="1" dirty="0"/>
          </a:p>
        </p:txBody>
      </p:sp>
      <p:sp>
        <p:nvSpPr>
          <p:cNvPr id="8" name="Rectangle 7"/>
          <p:cNvSpPr/>
          <p:nvPr/>
        </p:nvSpPr>
        <p:spPr>
          <a:xfrm>
            <a:off x="66769" y="3383030"/>
            <a:ext cx="4692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Task: Make a “project” folder and organize files</a:t>
            </a:r>
            <a:endParaRPr lang="en-IN" b="1" dirty="0"/>
          </a:p>
        </p:txBody>
      </p:sp>
      <p:sp>
        <p:nvSpPr>
          <p:cNvPr id="9" name="Rectangle 8"/>
          <p:cNvSpPr/>
          <p:nvPr/>
        </p:nvSpPr>
        <p:spPr>
          <a:xfrm>
            <a:off x="183527" y="3759596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err="1"/>
              <a:t>mkdir</a:t>
            </a:r>
            <a:r>
              <a:rPr lang="en-IN" dirty="0"/>
              <a:t> project</a:t>
            </a:r>
          </a:p>
          <a:p>
            <a:r>
              <a:rPr lang="en-IN" dirty="0"/>
              <a:t>cd project</a:t>
            </a:r>
          </a:p>
          <a:p>
            <a:r>
              <a:rPr lang="en-IN" dirty="0"/>
              <a:t>touch todo.txt</a:t>
            </a:r>
          </a:p>
          <a:p>
            <a:r>
              <a:rPr lang="en-IN" dirty="0"/>
              <a:t>echo "Learn Linux" &gt; todo.txt</a:t>
            </a:r>
          </a:p>
          <a:p>
            <a:r>
              <a:rPr lang="en-IN" dirty="0" err="1"/>
              <a:t>mkdir</a:t>
            </a:r>
            <a:r>
              <a:rPr lang="en-IN" dirty="0"/>
              <a:t> notes</a:t>
            </a:r>
          </a:p>
          <a:p>
            <a:r>
              <a:rPr lang="en-IN" dirty="0" err="1"/>
              <a:t>cp</a:t>
            </a:r>
            <a:r>
              <a:rPr lang="en-IN" dirty="0"/>
              <a:t> todo.txt notes/</a:t>
            </a:r>
          </a:p>
          <a:p>
            <a:r>
              <a:rPr lang="en-IN" dirty="0"/>
              <a:t>ls notes/</a:t>
            </a:r>
          </a:p>
          <a:p>
            <a:r>
              <a:rPr lang="en-IN" dirty="0" err="1"/>
              <a:t>rm</a:t>
            </a:r>
            <a:r>
              <a:rPr lang="en-IN" dirty="0"/>
              <a:t> todo.txt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92364" y="6227917"/>
            <a:ext cx="427713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teaches: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mkdir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cd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touch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echo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cp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rm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6769" y="20536"/>
            <a:ext cx="17635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8: </a:t>
            </a:r>
            <a:r>
              <a:rPr lang="en-IN" b="1" dirty="0"/>
              <a:t>Search &amp; Help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017930"/>
              </p:ext>
            </p:extLst>
          </p:nvPr>
        </p:nvGraphicFramePr>
        <p:xfrm>
          <a:off x="183527" y="436459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04043824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689472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Command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9917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find . -name "*.txt"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Find 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5658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grep "word" file.txt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Search in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8340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man command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Manual/help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3229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history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See past commands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726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19383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4626" y="168625"/>
            <a:ext cx="22979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Summary Cheat Sheet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418858"/>
              </p:ext>
            </p:extLst>
          </p:nvPr>
        </p:nvGraphicFramePr>
        <p:xfrm>
          <a:off x="450272" y="537957"/>
          <a:ext cx="10515600" cy="29260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2902551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913621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Sample Commands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215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Navigation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pwd, ls, cd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836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touch, cat, nano, rm, mkdir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1682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Move/Copy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cp, mv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7750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Permissions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chmod, chown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6227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System Info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top, df, free, uptime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6041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Network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ping, ip 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9632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Help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man, --help, history, </a:t>
                      </a:r>
                      <a:r>
                        <a:rPr lang="en-IN" dirty="0" err="1"/>
                        <a:t>grep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0914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92099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272" y="0"/>
            <a:ext cx="9947563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Linux file permissions </a:t>
            </a:r>
          </a:p>
          <a:p>
            <a:endParaRPr lang="en-IN" dirty="0"/>
          </a:p>
          <a:p>
            <a:r>
              <a:rPr lang="en-IN" b="1" dirty="0"/>
              <a:t> 🔰 Step 1: What Are File Permissions?</a:t>
            </a:r>
          </a:p>
          <a:p>
            <a:endParaRPr lang="en-IN" dirty="0"/>
          </a:p>
          <a:p>
            <a:r>
              <a:rPr lang="en-IN" dirty="0"/>
              <a:t>In Linux, permissions control who can read, write, or execute a file or folder.</a:t>
            </a:r>
          </a:p>
          <a:p>
            <a:endParaRPr lang="en-IN" dirty="0"/>
          </a:p>
          <a:p>
            <a:r>
              <a:rPr lang="en-IN" dirty="0"/>
              <a:t>There are 3 types of users and 3 types of permissions :</a:t>
            </a:r>
          </a:p>
          <a:p>
            <a:endParaRPr lang="en-IN" dirty="0"/>
          </a:p>
          <a:p>
            <a:r>
              <a:rPr lang="en-IN" dirty="0"/>
              <a:t>Users:</a:t>
            </a:r>
          </a:p>
          <a:p>
            <a:endParaRPr lang="en-IN" dirty="0"/>
          </a:p>
          <a:p>
            <a:r>
              <a:rPr lang="en-IN" dirty="0"/>
              <a:t>1. Owner – person who created the file</a:t>
            </a:r>
          </a:p>
          <a:p>
            <a:r>
              <a:rPr lang="en-IN" dirty="0"/>
              <a:t>2. Group – team the file belongs to</a:t>
            </a:r>
          </a:p>
          <a:p>
            <a:r>
              <a:rPr lang="en-IN" dirty="0"/>
              <a:t>3. Others – everyone else</a:t>
            </a:r>
          </a:p>
          <a:p>
            <a:endParaRPr lang="en-IN" dirty="0"/>
          </a:p>
          <a:p>
            <a:r>
              <a:rPr lang="en-IN" dirty="0"/>
              <a:t> Permissions:</a:t>
            </a:r>
          </a:p>
          <a:p>
            <a:endParaRPr lang="en-IN" dirty="0"/>
          </a:p>
          <a:p>
            <a:r>
              <a:rPr lang="en-IN" dirty="0"/>
              <a:t>| Symbol | Meaning |</a:t>
            </a:r>
          </a:p>
          <a:p>
            <a:r>
              <a:rPr lang="en-IN" dirty="0"/>
              <a:t>| ------ | ------- |</a:t>
            </a:r>
          </a:p>
          <a:p>
            <a:r>
              <a:rPr lang="en-IN" dirty="0"/>
              <a:t>| `r`    | Read    |</a:t>
            </a:r>
          </a:p>
          <a:p>
            <a:r>
              <a:rPr lang="en-IN" dirty="0"/>
              <a:t>| `w`    | Write   |</a:t>
            </a:r>
          </a:p>
          <a:p>
            <a:r>
              <a:rPr lang="en-IN" dirty="0"/>
              <a:t>| `x`    | Execute |</a:t>
            </a:r>
          </a:p>
          <a:p>
            <a:endParaRPr lang="en-IN" dirty="0"/>
          </a:p>
          <a:p>
            <a:r>
              <a:rPr lang="en-IN" dirty="0"/>
              <a:t>---</a:t>
            </a:r>
          </a:p>
          <a:p>
            <a:endParaRPr lang="en-IN" dirty="0"/>
          </a:p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28927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1272" y="932872"/>
            <a:ext cx="1061258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📁 Step 2: Real-Life Analogy – Office Files</a:t>
            </a:r>
          </a:p>
          <a:p>
            <a:endParaRPr lang="en-IN" dirty="0"/>
          </a:p>
          <a:p>
            <a:r>
              <a:rPr lang="en-IN" dirty="0"/>
              <a:t>Imagine:</a:t>
            </a:r>
          </a:p>
          <a:p>
            <a:endParaRPr lang="en-IN" dirty="0"/>
          </a:p>
          <a:p>
            <a:r>
              <a:rPr lang="en-IN" dirty="0"/>
              <a:t>* You (Owner) create a document</a:t>
            </a:r>
          </a:p>
          <a:p>
            <a:r>
              <a:rPr lang="en-IN" dirty="0"/>
              <a:t>* Your team (Group) should view it but not edit it</a:t>
            </a:r>
          </a:p>
          <a:p>
            <a:r>
              <a:rPr lang="en-IN" dirty="0"/>
              <a:t>* Outsiders (Others) should not even open it</a:t>
            </a:r>
          </a:p>
          <a:p>
            <a:endParaRPr lang="en-IN" dirty="0"/>
          </a:p>
          <a:p>
            <a:r>
              <a:rPr lang="en-IN" dirty="0"/>
              <a:t>Permissions would look like:</a:t>
            </a:r>
          </a:p>
          <a:p>
            <a:endParaRPr lang="en-IN" dirty="0"/>
          </a:p>
          <a:p>
            <a:r>
              <a:rPr lang="en-IN" dirty="0"/>
              <a:t>```</a:t>
            </a:r>
          </a:p>
          <a:p>
            <a:r>
              <a:rPr lang="en-IN" dirty="0"/>
              <a:t>r w -     r - -     - - -</a:t>
            </a:r>
          </a:p>
          <a:p>
            <a:r>
              <a:rPr lang="en-IN" dirty="0"/>
              <a:t>Owner     Group     Others</a:t>
            </a:r>
          </a:p>
          <a:p>
            <a:r>
              <a:rPr lang="en-IN" dirty="0"/>
              <a:t>```</a:t>
            </a:r>
          </a:p>
          <a:p>
            <a:endParaRPr lang="en-IN" dirty="0"/>
          </a:p>
          <a:p>
            <a:r>
              <a:rPr lang="en-IN" dirty="0"/>
              <a:t>---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39620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0894" y="422772"/>
            <a:ext cx="4747491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🔍 Step 3: Check File Permissions</a:t>
            </a:r>
          </a:p>
          <a:p>
            <a:endParaRPr lang="en-IN" dirty="0"/>
          </a:p>
          <a:p>
            <a:r>
              <a:rPr lang="en-IN" dirty="0"/>
              <a:t>Use the `ls -l` command:</a:t>
            </a:r>
          </a:p>
          <a:p>
            <a:endParaRPr lang="en-IN" dirty="0"/>
          </a:p>
          <a:p>
            <a:r>
              <a:rPr lang="en-IN" dirty="0"/>
              <a:t>```bash</a:t>
            </a:r>
          </a:p>
          <a:p>
            <a:r>
              <a:rPr lang="en-IN" dirty="0"/>
              <a:t>ls -l myfile.txt</a:t>
            </a:r>
          </a:p>
          <a:p>
            <a:r>
              <a:rPr lang="en-IN" dirty="0"/>
              <a:t>```</a:t>
            </a:r>
          </a:p>
          <a:p>
            <a:endParaRPr lang="en-IN" dirty="0"/>
          </a:p>
          <a:p>
            <a:r>
              <a:rPr lang="en-IN" dirty="0"/>
              <a:t>Sample output:</a:t>
            </a:r>
          </a:p>
          <a:p>
            <a:endParaRPr lang="en-IN" dirty="0"/>
          </a:p>
          <a:p>
            <a:r>
              <a:rPr lang="en-IN" dirty="0"/>
              <a:t>```</a:t>
            </a:r>
          </a:p>
          <a:p>
            <a:r>
              <a:rPr lang="en-IN" dirty="0"/>
              <a:t>-</a:t>
            </a:r>
            <a:r>
              <a:rPr lang="en-IN" dirty="0" err="1"/>
              <a:t>rw</a:t>
            </a:r>
            <a:r>
              <a:rPr lang="en-IN" dirty="0"/>
              <a:t>-r--r-- 1 </a:t>
            </a:r>
            <a:r>
              <a:rPr lang="en-IN" dirty="0" err="1"/>
              <a:t>jarves</a:t>
            </a:r>
            <a:r>
              <a:rPr lang="en-IN" dirty="0"/>
              <a:t> staff  0 Jul 6 15:00 myfile.txt</a:t>
            </a:r>
          </a:p>
          <a:p>
            <a:r>
              <a:rPr lang="en-IN" dirty="0"/>
              <a:t>```</a:t>
            </a:r>
          </a:p>
          <a:p>
            <a:endParaRPr lang="en-IN" dirty="0"/>
          </a:p>
          <a:p>
            <a:r>
              <a:rPr lang="en-IN" dirty="0"/>
              <a:t>Breakdown:</a:t>
            </a:r>
          </a:p>
          <a:p>
            <a:endParaRPr lang="en-IN" dirty="0"/>
          </a:p>
          <a:p>
            <a:r>
              <a:rPr lang="en-IN" dirty="0"/>
              <a:t>| Part        </a:t>
            </a:r>
            <a:r>
              <a:rPr lang="en-IN" dirty="0" smtClean="0"/>
              <a:t>	| </a:t>
            </a:r>
            <a:r>
              <a:rPr lang="en-IN" dirty="0"/>
              <a:t>Meaning                </a:t>
            </a:r>
            <a:r>
              <a:rPr lang="en-IN" dirty="0" smtClean="0"/>
              <a:t>|</a:t>
            </a:r>
            <a:endParaRPr lang="en-IN" dirty="0"/>
          </a:p>
          <a:p>
            <a:r>
              <a:rPr lang="en-IN" dirty="0"/>
              <a:t>| ------------ </a:t>
            </a:r>
            <a:r>
              <a:rPr lang="en-IN" dirty="0" smtClean="0"/>
              <a:t>	| </a:t>
            </a:r>
            <a:r>
              <a:rPr lang="en-IN" dirty="0"/>
              <a:t>----------------------- |</a:t>
            </a:r>
          </a:p>
          <a:p>
            <a:r>
              <a:rPr lang="en-IN" dirty="0"/>
              <a:t>| `-</a:t>
            </a:r>
            <a:r>
              <a:rPr lang="en-IN" dirty="0" err="1"/>
              <a:t>rw</a:t>
            </a:r>
            <a:r>
              <a:rPr lang="en-IN" dirty="0"/>
              <a:t>-r--r--` </a:t>
            </a:r>
            <a:r>
              <a:rPr lang="en-IN" dirty="0" smtClean="0"/>
              <a:t>	| </a:t>
            </a:r>
            <a:r>
              <a:rPr lang="en-IN" dirty="0"/>
              <a:t>File type + permissions |</a:t>
            </a:r>
          </a:p>
          <a:p>
            <a:r>
              <a:rPr lang="en-IN" dirty="0"/>
              <a:t>| `</a:t>
            </a:r>
            <a:r>
              <a:rPr lang="en-IN" dirty="0" err="1"/>
              <a:t>jarves</a:t>
            </a:r>
            <a:r>
              <a:rPr lang="en-IN" dirty="0"/>
              <a:t>`     </a:t>
            </a:r>
            <a:r>
              <a:rPr lang="en-IN" dirty="0" smtClean="0"/>
              <a:t>	| </a:t>
            </a:r>
            <a:r>
              <a:rPr lang="en-IN" dirty="0"/>
              <a:t>Owner                  </a:t>
            </a:r>
            <a:r>
              <a:rPr lang="en-IN" dirty="0" smtClean="0"/>
              <a:t> |</a:t>
            </a:r>
            <a:endParaRPr lang="en-IN" dirty="0"/>
          </a:p>
          <a:p>
            <a:r>
              <a:rPr lang="en-IN" dirty="0"/>
              <a:t>| `staff`      </a:t>
            </a:r>
            <a:r>
              <a:rPr lang="en-IN" dirty="0" smtClean="0"/>
              <a:t>	| </a:t>
            </a:r>
            <a:r>
              <a:rPr lang="en-IN" dirty="0"/>
              <a:t>Group                   </a:t>
            </a:r>
            <a:r>
              <a:rPr lang="en-IN" dirty="0" smtClean="0"/>
              <a:t> |</a:t>
            </a:r>
            <a:endParaRPr lang="en-IN" dirty="0"/>
          </a:p>
          <a:p>
            <a:r>
              <a:rPr lang="en-IN" dirty="0"/>
              <a:t>| `myfile.txt` </a:t>
            </a:r>
            <a:r>
              <a:rPr lang="en-IN" dirty="0" smtClean="0"/>
              <a:t>	| </a:t>
            </a:r>
            <a:r>
              <a:rPr lang="en-IN" dirty="0"/>
              <a:t>File name             </a:t>
            </a:r>
            <a:r>
              <a:rPr lang="en-IN" dirty="0" smtClean="0"/>
              <a:t> |</a:t>
            </a:r>
            <a:endParaRPr lang="en-IN" dirty="0"/>
          </a:p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5874327" y="1440566"/>
            <a:ext cx="58558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So:</a:t>
            </a:r>
          </a:p>
          <a:p>
            <a:endParaRPr lang="en-IN" dirty="0"/>
          </a:p>
          <a:p>
            <a:r>
              <a:rPr lang="en-IN" dirty="0"/>
              <a:t>* Owner: `</a:t>
            </a:r>
            <a:r>
              <a:rPr lang="en-IN" dirty="0" err="1"/>
              <a:t>rw</a:t>
            </a:r>
            <a:r>
              <a:rPr lang="en-IN" dirty="0"/>
              <a:t>-` → read &amp; write</a:t>
            </a:r>
          </a:p>
          <a:p>
            <a:r>
              <a:rPr lang="en-IN" dirty="0"/>
              <a:t>* Group: `r--` → read-only</a:t>
            </a:r>
          </a:p>
          <a:p>
            <a:r>
              <a:rPr lang="en-IN" dirty="0"/>
              <a:t>* Others: `r--` → read-only</a:t>
            </a:r>
          </a:p>
          <a:p>
            <a:endParaRPr lang="en-IN" dirty="0"/>
          </a:p>
          <a:p>
            <a:r>
              <a:rPr lang="en-IN" dirty="0"/>
              <a:t>---</a:t>
            </a:r>
          </a:p>
          <a:p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3" name="Ink 32"/>
              <p14:cNvContentPartPr/>
              <p14:nvPr/>
            </p14:nvContentPartPr>
            <p14:xfrm>
              <a:off x="11341866" y="6641930"/>
              <a:ext cx="0" cy="22680"/>
            </p14:xfrm>
          </p:contentPart>
        </mc:Choice>
        <mc:Fallback>
          <p:pic>
            <p:nvPicPr>
              <p:cNvPr id="33" name="Ink 3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6" name="Ink 35"/>
              <p14:cNvContentPartPr/>
              <p14:nvPr/>
            </p14:nvContentPartPr>
            <p14:xfrm>
              <a:off x="11206554" y="6584779"/>
              <a:ext cx="642145" cy="173311"/>
            </p14:xfrm>
          </p:contentPart>
        </mc:Choice>
        <mc:Fallback>
          <p:pic>
            <p:nvPicPr>
              <p:cNvPr id="36" name="Ink 3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194669" y="6572889"/>
                <a:ext cx="657271" cy="19673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5777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455" y="434109"/>
            <a:ext cx="5523345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🛠️ Step 4: Change Permissions with `</a:t>
            </a:r>
            <a:r>
              <a:rPr lang="en-IN" b="1" dirty="0" err="1">
                <a:solidFill>
                  <a:srgbClr val="FF0000"/>
                </a:solidFill>
              </a:rPr>
              <a:t>chmod</a:t>
            </a:r>
            <a:r>
              <a:rPr lang="en-IN" b="1" dirty="0">
                <a:solidFill>
                  <a:srgbClr val="FF0000"/>
                </a:solidFill>
              </a:rPr>
              <a:t>`</a:t>
            </a:r>
          </a:p>
          <a:p>
            <a:endParaRPr lang="en-IN" dirty="0"/>
          </a:p>
          <a:p>
            <a:r>
              <a:rPr lang="en-IN" dirty="0"/>
              <a:t>Format:</a:t>
            </a:r>
          </a:p>
          <a:p>
            <a:endParaRPr lang="en-IN" dirty="0"/>
          </a:p>
          <a:p>
            <a:r>
              <a:rPr lang="en-IN" dirty="0"/>
              <a:t>```bash</a:t>
            </a:r>
          </a:p>
          <a:p>
            <a:r>
              <a:rPr lang="en-IN" dirty="0" err="1"/>
              <a:t>chmod</a:t>
            </a:r>
            <a:r>
              <a:rPr lang="en-IN" dirty="0"/>
              <a:t> [permissions] filename</a:t>
            </a:r>
          </a:p>
          <a:p>
            <a:r>
              <a:rPr lang="en-IN" dirty="0"/>
              <a:t>```</a:t>
            </a:r>
          </a:p>
          <a:p>
            <a:endParaRPr lang="en-IN" dirty="0"/>
          </a:p>
          <a:p>
            <a:r>
              <a:rPr lang="en-IN" dirty="0"/>
              <a:t> Example 1: Make file executable for owner</a:t>
            </a:r>
          </a:p>
          <a:p>
            <a:endParaRPr lang="en-IN" dirty="0"/>
          </a:p>
          <a:p>
            <a:r>
              <a:rPr lang="en-IN" dirty="0"/>
              <a:t>```bash</a:t>
            </a:r>
          </a:p>
          <a:p>
            <a:r>
              <a:rPr lang="en-IN" dirty="0" err="1"/>
              <a:t>chmod</a:t>
            </a:r>
            <a:r>
              <a:rPr lang="en-IN" dirty="0"/>
              <a:t> </a:t>
            </a:r>
            <a:r>
              <a:rPr lang="en-IN" dirty="0" err="1"/>
              <a:t>u+x</a:t>
            </a:r>
            <a:r>
              <a:rPr lang="en-IN" dirty="0"/>
              <a:t> myfile.sh</a:t>
            </a:r>
          </a:p>
          <a:p>
            <a:r>
              <a:rPr lang="en-IN" dirty="0"/>
              <a:t>```</a:t>
            </a:r>
          </a:p>
          <a:p>
            <a:endParaRPr lang="en-IN" dirty="0"/>
          </a:p>
          <a:p>
            <a:r>
              <a:rPr lang="en-IN" dirty="0"/>
              <a:t>Means: Give execute (`x`) permission to **user/owner**.</a:t>
            </a:r>
          </a:p>
          <a:p>
            <a:endParaRPr lang="en-IN" dirty="0"/>
          </a:p>
          <a:p>
            <a:r>
              <a:rPr lang="en-IN" dirty="0"/>
              <a:t> Example 2: Remove read permission from others</a:t>
            </a:r>
          </a:p>
          <a:p>
            <a:endParaRPr lang="en-IN" dirty="0"/>
          </a:p>
          <a:p>
            <a:r>
              <a:rPr lang="en-IN" dirty="0"/>
              <a:t>```bash</a:t>
            </a:r>
          </a:p>
          <a:p>
            <a:r>
              <a:rPr lang="en-IN" dirty="0" err="1"/>
              <a:t>chmod</a:t>
            </a:r>
            <a:r>
              <a:rPr lang="en-IN" dirty="0"/>
              <a:t> o-r myfile.txt</a:t>
            </a:r>
          </a:p>
          <a:p>
            <a:r>
              <a:rPr lang="en-IN" dirty="0"/>
              <a:t>```</a:t>
            </a:r>
          </a:p>
          <a:p>
            <a:endParaRPr lang="en-IN" dirty="0"/>
          </a:p>
          <a:p>
            <a:r>
              <a:rPr lang="en-IN" dirty="0"/>
              <a:t>Now outsiders can’t view it.</a:t>
            </a:r>
          </a:p>
          <a:p>
            <a:endParaRPr lang="en-IN" dirty="0"/>
          </a:p>
          <a:p>
            <a:r>
              <a:rPr lang="en-IN" dirty="0"/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3916" y="250257"/>
            <a:ext cx="589066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Example 3: Full control for owner, none for others</a:t>
            </a:r>
          </a:p>
          <a:p>
            <a:endParaRPr lang="en-IN" dirty="0"/>
          </a:p>
          <a:p>
            <a:r>
              <a:rPr lang="en-IN" dirty="0"/>
              <a:t>```bash</a:t>
            </a:r>
          </a:p>
          <a:p>
            <a:r>
              <a:rPr lang="en-IN" dirty="0" err="1"/>
              <a:t>chmod</a:t>
            </a:r>
            <a:r>
              <a:rPr lang="en-IN" dirty="0"/>
              <a:t> 700 secret.txt</a:t>
            </a:r>
          </a:p>
          <a:p>
            <a:r>
              <a:rPr lang="en-IN" dirty="0"/>
              <a:t>```</a:t>
            </a:r>
          </a:p>
          <a:p>
            <a:endParaRPr lang="en-IN" dirty="0"/>
          </a:p>
          <a:p>
            <a:r>
              <a:rPr lang="en-IN" dirty="0"/>
              <a:t>Means:</a:t>
            </a:r>
          </a:p>
          <a:p>
            <a:endParaRPr lang="en-IN" dirty="0"/>
          </a:p>
          <a:p>
            <a:r>
              <a:rPr lang="en-IN" dirty="0"/>
              <a:t>* Owner: read, write, execute</a:t>
            </a:r>
          </a:p>
          <a:p>
            <a:r>
              <a:rPr lang="en-IN" dirty="0"/>
              <a:t>* Group: none</a:t>
            </a:r>
          </a:p>
          <a:p>
            <a:r>
              <a:rPr lang="en-IN" dirty="0"/>
              <a:t>* Others: none</a:t>
            </a:r>
          </a:p>
          <a:p>
            <a:endParaRPr lang="en-IN" dirty="0"/>
          </a:p>
          <a:p>
            <a:r>
              <a:rPr lang="en-IN" dirty="0"/>
              <a:t>---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67141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327259"/>
            <a:ext cx="5284269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🔢 Step 5: Shortcut with Numbers (Octal Notation)</a:t>
            </a:r>
          </a:p>
          <a:p>
            <a:endParaRPr lang="en-IN" dirty="0"/>
          </a:p>
          <a:p>
            <a:r>
              <a:rPr lang="en-IN" dirty="0"/>
              <a:t>| Permission | Binary | Octal |</a:t>
            </a:r>
          </a:p>
          <a:p>
            <a:r>
              <a:rPr lang="en-IN" dirty="0"/>
              <a:t>| ---------- | ------ | ----- |</a:t>
            </a:r>
          </a:p>
          <a:p>
            <a:r>
              <a:rPr lang="en-IN" dirty="0"/>
              <a:t>| </a:t>
            </a:r>
            <a:r>
              <a:rPr lang="en-IN" dirty="0" err="1"/>
              <a:t>rwx</a:t>
            </a:r>
            <a:r>
              <a:rPr lang="en-IN" dirty="0"/>
              <a:t>        | 111    | 7     |</a:t>
            </a:r>
          </a:p>
          <a:p>
            <a:r>
              <a:rPr lang="en-IN" dirty="0"/>
              <a:t>| </a:t>
            </a:r>
            <a:r>
              <a:rPr lang="en-IN" dirty="0" err="1"/>
              <a:t>rw</a:t>
            </a:r>
            <a:r>
              <a:rPr lang="en-IN" dirty="0"/>
              <a:t>-        | 110    | 6     |</a:t>
            </a:r>
          </a:p>
          <a:p>
            <a:r>
              <a:rPr lang="en-IN" dirty="0"/>
              <a:t>| r--        | 100    | 4     |</a:t>
            </a:r>
          </a:p>
          <a:p>
            <a:r>
              <a:rPr lang="en-IN" dirty="0"/>
              <a:t>| ---        | 000    | 0     |</a:t>
            </a:r>
          </a:p>
          <a:p>
            <a:endParaRPr lang="en-IN" dirty="0"/>
          </a:p>
          <a:p>
            <a:r>
              <a:rPr lang="en-IN" dirty="0"/>
              <a:t>So:</a:t>
            </a:r>
          </a:p>
          <a:p>
            <a:endParaRPr lang="en-IN" dirty="0"/>
          </a:p>
          <a:p>
            <a:r>
              <a:rPr lang="en-IN" dirty="0"/>
              <a:t>```bash</a:t>
            </a:r>
          </a:p>
          <a:p>
            <a:r>
              <a:rPr lang="en-IN" dirty="0" err="1"/>
              <a:t>chmod</a:t>
            </a:r>
            <a:r>
              <a:rPr lang="en-IN" dirty="0"/>
              <a:t> 755 script.sh</a:t>
            </a:r>
          </a:p>
          <a:p>
            <a:r>
              <a:rPr lang="en-IN" dirty="0"/>
              <a:t>```</a:t>
            </a:r>
          </a:p>
          <a:p>
            <a:endParaRPr lang="en-IN" dirty="0"/>
          </a:p>
          <a:p>
            <a:r>
              <a:rPr lang="en-IN" dirty="0"/>
              <a:t>Means:</a:t>
            </a:r>
          </a:p>
          <a:p>
            <a:endParaRPr lang="en-IN" dirty="0"/>
          </a:p>
          <a:p>
            <a:r>
              <a:rPr lang="en-IN" dirty="0"/>
              <a:t>* Owner: `7` → </a:t>
            </a:r>
            <a:r>
              <a:rPr lang="en-IN" dirty="0" err="1"/>
              <a:t>rwx</a:t>
            </a:r>
            <a:endParaRPr lang="en-IN" dirty="0"/>
          </a:p>
          <a:p>
            <a:r>
              <a:rPr lang="en-IN" dirty="0"/>
              <a:t>* Group: `5` → r-x</a:t>
            </a:r>
          </a:p>
          <a:p>
            <a:r>
              <a:rPr lang="en-IN" dirty="0"/>
              <a:t>* Others: `5` → r-x</a:t>
            </a:r>
          </a:p>
          <a:p>
            <a:endParaRPr lang="en-IN" dirty="0"/>
          </a:p>
          <a:p>
            <a:r>
              <a:rPr lang="en-IN" dirty="0"/>
              <a:t>---</a:t>
            </a:r>
          </a:p>
          <a:p>
            <a:endParaRPr lang="en-IN" dirty="0"/>
          </a:p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586975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257" y="298383"/>
            <a:ext cx="6872438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🧪 Step 6:(Practice)</a:t>
            </a:r>
          </a:p>
          <a:p>
            <a:endParaRPr lang="en-IN" dirty="0"/>
          </a:p>
          <a:p>
            <a:r>
              <a:rPr lang="en-IN" dirty="0"/>
              <a:t>```bash</a:t>
            </a:r>
          </a:p>
          <a:p>
            <a:r>
              <a:rPr lang="en-IN" dirty="0"/>
              <a:t>touch </a:t>
            </a:r>
            <a:r>
              <a:rPr lang="en-IN" dirty="0" err="1"/>
              <a:t>testfile</a:t>
            </a:r>
            <a:endParaRPr lang="en-IN" dirty="0"/>
          </a:p>
          <a:p>
            <a:r>
              <a:rPr lang="en-IN" dirty="0" err="1"/>
              <a:t>chmod</a:t>
            </a:r>
            <a:r>
              <a:rPr lang="en-IN" dirty="0"/>
              <a:t> 644 </a:t>
            </a:r>
            <a:r>
              <a:rPr lang="en-IN" dirty="0" err="1"/>
              <a:t>testfile</a:t>
            </a:r>
            <a:endParaRPr lang="en-IN" dirty="0"/>
          </a:p>
          <a:p>
            <a:r>
              <a:rPr lang="en-IN" dirty="0"/>
              <a:t>ls -l </a:t>
            </a:r>
            <a:r>
              <a:rPr lang="en-IN" dirty="0" err="1"/>
              <a:t>testfile</a:t>
            </a:r>
            <a:endParaRPr lang="en-IN" dirty="0"/>
          </a:p>
          <a:p>
            <a:r>
              <a:rPr lang="en-IN" dirty="0"/>
              <a:t>```</a:t>
            </a:r>
          </a:p>
          <a:p>
            <a:endParaRPr lang="en-IN" dirty="0"/>
          </a:p>
          <a:p>
            <a:r>
              <a:rPr lang="en-IN" dirty="0"/>
              <a:t>Means:</a:t>
            </a:r>
          </a:p>
          <a:p>
            <a:endParaRPr lang="en-IN" dirty="0"/>
          </a:p>
          <a:p>
            <a:r>
              <a:rPr lang="en-IN" dirty="0"/>
              <a:t>* Owner: `</a:t>
            </a:r>
            <a:r>
              <a:rPr lang="en-IN" dirty="0" err="1"/>
              <a:t>rw</a:t>
            </a:r>
            <a:r>
              <a:rPr lang="en-IN" dirty="0"/>
              <a:t>-`</a:t>
            </a:r>
          </a:p>
          <a:p>
            <a:r>
              <a:rPr lang="en-IN" dirty="0"/>
              <a:t>* Group: `r--`</a:t>
            </a:r>
          </a:p>
          <a:p>
            <a:r>
              <a:rPr lang="en-IN" dirty="0"/>
              <a:t>* Others: `r--`</a:t>
            </a:r>
          </a:p>
          <a:p>
            <a:endParaRPr lang="en-IN" dirty="0"/>
          </a:p>
          <a:p>
            <a:r>
              <a:rPr lang="en-IN" dirty="0"/>
              <a:t>Now:</a:t>
            </a:r>
          </a:p>
          <a:p>
            <a:endParaRPr lang="en-IN" dirty="0"/>
          </a:p>
          <a:p>
            <a:r>
              <a:rPr lang="en-IN" dirty="0"/>
              <a:t>```bash</a:t>
            </a:r>
          </a:p>
          <a:p>
            <a:r>
              <a:rPr lang="en-IN" dirty="0" err="1"/>
              <a:t>chmod</a:t>
            </a:r>
            <a:r>
              <a:rPr lang="en-IN" dirty="0"/>
              <a:t> u-x </a:t>
            </a:r>
            <a:r>
              <a:rPr lang="en-IN" dirty="0" err="1"/>
              <a:t>testfile</a:t>
            </a:r>
            <a:r>
              <a:rPr lang="en-IN" dirty="0"/>
              <a:t>    # Remove execute from user (though it wasn’t there)</a:t>
            </a:r>
          </a:p>
          <a:p>
            <a:r>
              <a:rPr lang="en-IN" dirty="0" err="1"/>
              <a:t>chmod</a:t>
            </a:r>
            <a:r>
              <a:rPr lang="en-IN" dirty="0"/>
              <a:t> </a:t>
            </a:r>
            <a:r>
              <a:rPr lang="en-IN" dirty="0" err="1"/>
              <a:t>g+w</a:t>
            </a:r>
            <a:r>
              <a:rPr lang="en-IN" dirty="0"/>
              <a:t> </a:t>
            </a:r>
            <a:r>
              <a:rPr lang="en-IN" dirty="0" err="1"/>
              <a:t>testfile</a:t>
            </a:r>
            <a:r>
              <a:rPr lang="en-IN" dirty="0"/>
              <a:t>    # Add write to group</a:t>
            </a:r>
          </a:p>
          <a:p>
            <a:r>
              <a:rPr lang="en-IN" dirty="0"/>
              <a:t>ls -l </a:t>
            </a:r>
            <a:r>
              <a:rPr lang="en-IN" dirty="0" err="1"/>
              <a:t>testfile</a:t>
            </a:r>
            <a:endParaRPr lang="en-IN" dirty="0"/>
          </a:p>
          <a:p>
            <a:r>
              <a:rPr lang="en-IN" dirty="0"/>
              <a:t>```</a:t>
            </a:r>
          </a:p>
          <a:p>
            <a:endParaRPr lang="en-IN" dirty="0"/>
          </a:p>
          <a:p>
            <a:r>
              <a:rPr lang="en-IN" dirty="0" smtClean="0"/>
              <a:t>---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74027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3629" y="259882"/>
            <a:ext cx="5823285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dirty="0"/>
              <a:t> </a:t>
            </a:r>
            <a:r>
              <a:rPr lang="en-IN" b="1" dirty="0"/>
              <a:t>✅ Summary</a:t>
            </a:r>
          </a:p>
          <a:p>
            <a:endParaRPr lang="en-IN" dirty="0"/>
          </a:p>
          <a:p>
            <a:r>
              <a:rPr lang="en-IN" dirty="0"/>
              <a:t>| Symbol | Stands for   |</a:t>
            </a:r>
          </a:p>
          <a:p>
            <a:r>
              <a:rPr lang="en-IN" dirty="0"/>
              <a:t>| ------ | ------------ |</a:t>
            </a:r>
          </a:p>
          <a:p>
            <a:r>
              <a:rPr lang="en-IN" dirty="0"/>
              <a:t>| `u`    | user (owner) |</a:t>
            </a:r>
          </a:p>
          <a:p>
            <a:r>
              <a:rPr lang="en-IN" dirty="0"/>
              <a:t>| `g`    | group        |</a:t>
            </a:r>
          </a:p>
          <a:p>
            <a:r>
              <a:rPr lang="en-IN" dirty="0"/>
              <a:t>| `o`    | others       |</a:t>
            </a:r>
          </a:p>
          <a:p>
            <a:r>
              <a:rPr lang="en-IN" dirty="0"/>
              <a:t>| `a`    | all          |</a:t>
            </a:r>
          </a:p>
          <a:p>
            <a:endParaRPr lang="en-IN" dirty="0"/>
          </a:p>
          <a:p>
            <a:r>
              <a:rPr lang="en-IN" dirty="0"/>
              <a:t>| Symbol | Action |</a:t>
            </a:r>
          </a:p>
          <a:p>
            <a:r>
              <a:rPr lang="en-IN" dirty="0"/>
              <a:t>| ------ | ------ |</a:t>
            </a:r>
          </a:p>
          <a:p>
            <a:r>
              <a:rPr lang="en-IN" dirty="0"/>
              <a:t>| `+`    | add    |</a:t>
            </a:r>
          </a:p>
          <a:p>
            <a:r>
              <a:rPr lang="en-IN" dirty="0"/>
              <a:t>| `-`    | remove |</a:t>
            </a:r>
          </a:p>
          <a:p>
            <a:r>
              <a:rPr lang="en-IN" dirty="0"/>
              <a:t>| `=`    | assign |</a:t>
            </a:r>
          </a:p>
          <a:p>
            <a:endParaRPr lang="en-IN" dirty="0"/>
          </a:p>
          <a:p>
            <a:r>
              <a:rPr lang="en-IN" dirty="0"/>
              <a:t>---</a:t>
            </a:r>
          </a:p>
          <a:p>
            <a:r>
              <a:rPr lang="en-IN" dirty="0"/>
              <a:t>END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11653070" y="6526549"/>
            <a:ext cx="53893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 err="1" smtClean="0"/>
              <a:t>Virat</a:t>
            </a:r>
            <a:r>
              <a:rPr lang="en-US" sz="1050" dirty="0" smtClean="0"/>
              <a:t> v</a:t>
            </a:r>
            <a:endParaRPr lang="en-IN" sz="10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/>
              <p14:cNvContentPartPr/>
              <p14:nvPr/>
            </p14:nvContentPartPr>
            <p14:xfrm>
              <a:off x="11745038" y="6465430"/>
              <a:ext cx="279720" cy="7452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743598" y="6463990"/>
                <a:ext cx="281520" cy="7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0369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1157</TotalTime>
  <Words>1197</Words>
  <Application>Microsoft Office PowerPoint</Application>
  <PresentationFormat>Widescreen</PresentationFormat>
  <Paragraphs>404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Arial Unicode MS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57</cp:revision>
  <dcterms:created xsi:type="dcterms:W3CDTF">2025-07-03T07:43:46Z</dcterms:created>
  <dcterms:modified xsi:type="dcterms:W3CDTF">2025-07-14T09:56:37Z</dcterms:modified>
</cp:coreProperties>
</file>