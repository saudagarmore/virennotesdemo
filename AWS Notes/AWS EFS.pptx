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6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51543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2551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4856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90656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2903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9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3532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4345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76662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98492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717110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5F6C2E-F4FC-460F-AF19-D7CBD23255E7}" type="datetimeFigureOut">
              <a:rPr lang="en-IN" smtClean="0"/>
              <a:t>20-09-2025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DCD992-4649-4A19-859B-CA95D530A2E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6958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4556422" y="2856708"/>
            <a:ext cx="295756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5400" b="1" dirty="0" smtClean="0"/>
              <a:t>AWS EFS</a:t>
            </a:r>
            <a:endParaRPr lang="en-IN" sz="5400" b="1" dirty="0"/>
          </a:p>
        </p:txBody>
      </p:sp>
    </p:spTree>
    <p:extLst>
      <p:ext uri="{BB962C8B-B14F-4D97-AF65-F5344CB8AC3E}">
        <p14:creationId xmlns:p14="http://schemas.microsoft.com/office/powerpoint/2010/main" val="29783710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78296" y="437321"/>
            <a:ext cx="11708296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/>
              <a:t>What is EFS? (very short)</a:t>
            </a:r>
          </a:p>
          <a:p>
            <a:endParaRPr lang="en-US" sz="2400" b="1" dirty="0" smtClean="0"/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smtClean="0"/>
              <a:t>Amazon EFS (Elastic File System)</a:t>
            </a:r>
            <a:r>
              <a:rPr lang="en-US" sz="2400" dirty="0" smtClean="0"/>
              <a:t> is a managed </a:t>
            </a:r>
            <a:r>
              <a:rPr lang="en-US" sz="2400" b="1" dirty="0" smtClean="0"/>
              <a:t>network</a:t>
            </a:r>
            <a:r>
              <a:rPr lang="en-US" sz="2400" dirty="0" smtClean="0"/>
              <a:t> file system for Linux that multiple EC2 instances (or containers / Lambda) can mount at the same time.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It behaves like a regular POSIX </a:t>
            </a:r>
            <a:r>
              <a:rPr lang="en-US" sz="2400" dirty="0" err="1" smtClean="0"/>
              <a:t>filesystem</a:t>
            </a:r>
            <a:r>
              <a:rPr lang="en-US" sz="2400" dirty="0" smtClean="0"/>
              <a:t> (files, folders, permissions).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smtClean="0"/>
              <a:t>It </a:t>
            </a:r>
            <a:r>
              <a:rPr lang="en-US" sz="2400" b="1" dirty="0" smtClean="0"/>
              <a:t>scales automatically</a:t>
            </a:r>
            <a:r>
              <a:rPr lang="en-US" sz="2400" dirty="0" smtClean="0"/>
              <a:t> as you add/remove data (you don’t provision actual disk size).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6158817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71</Words>
  <Application>Microsoft Office PowerPoint</Application>
  <PresentationFormat>Widescreen</PresentationFormat>
  <Paragraphs>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2</cp:revision>
  <dcterms:created xsi:type="dcterms:W3CDTF">2025-09-20T08:03:50Z</dcterms:created>
  <dcterms:modified xsi:type="dcterms:W3CDTF">2025-09-20T08:05:10Z</dcterms:modified>
</cp:coreProperties>
</file>