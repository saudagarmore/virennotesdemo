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068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9T13:54:49.004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1AC4B813-B7E9-43F9-96BD-146FE73817D9}" emma:medium="tactile" emma:mode="ink">
          <msink:context xmlns:msink="http://schemas.microsoft.com/ink/2010/main" type="inkDrawing" rotatedBoundingBox="9432,4577 9492,4545 9494,4549 9433,4581" shapeName="Other"/>
        </emma:interpretation>
      </emma:emma>
    </inkml:annotationXML>
    <inkml:trace contextRef="#ctx0" brushRef="#br0">0 33 0 0,'0'0'523'0,"0"0"-286"0,0 0-53 0,0 0-34 16,0 0-23-16,15-12-13 0,-15 12-22 0,0 0-26 15,0 0-15 1,0 0-7-16,25-10-5 0,-25 10-2 0,0 0-10 16,0 0-13-16,0 0 4 0,0 0 3 0,20-11-8 0,-20 11 0 15,0 0 1-15,0 0-4 0,0 0-10 0,0 0 2 0,0 0-6 16,0 0-21-16,0 0 0 0,0 0-48 0,0 0 10 16,0 0-61-16,0 0-53 0,0 0-106 0,0 0-165 15,0 0 37-15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9T14:03:42.180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26597430-48FC-46B1-9B6B-64CD8318204D}" emma:medium="tactile" emma:mode="ink">
          <msink:context xmlns:msink="http://schemas.microsoft.com/ink/2010/main" type="writingRegion" rotatedBoundingBox="3998,5413 4180,6582 3143,6744 2961,5575"/>
        </emma:interpretation>
      </emma:emma>
    </inkml:annotationXML>
    <inkml:traceGroup>
      <inkml:annotationXML>
        <emma:emma xmlns:emma="http://www.w3.org/2003/04/emma" version="1.0">
          <emma:interpretation id="{997DC451-BC07-42C2-AC62-56EFE210B156}" emma:medium="tactile" emma:mode="ink">
            <msink:context xmlns:msink="http://schemas.microsoft.com/ink/2010/main" type="paragraph" rotatedBoundingBox="3998,5413 4180,6582 3143,6744 2961,557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F48C67E-7254-421D-BD8A-654ED1438E02}" emma:medium="tactile" emma:mode="ink">
              <msink:context xmlns:msink="http://schemas.microsoft.com/ink/2010/main" type="line" rotatedBoundingBox="3998,5413 4180,6582 3143,6744 2961,5575"/>
            </emma:interpretation>
          </emma:emma>
        </inkml:annotationXML>
        <inkml:traceGroup>
          <inkml:annotationXML>
            <emma:emma xmlns:emma="http://www.w3.org/2003/04/emma" version="1.0">
              <emma:interpretation id="{F876B12A-2F57-4334-B9AD-8E6B55F4FFB2}" emma:medium="tactile" emma:mode="ink">
                <msink:context xmlns:msink="http://schemas.microsoft.com/ink/2010/main" type="inkWord" rotatedBoundingBox="3998,5413 4180,6582 3143,6744 2961,5575"/>
              </emma:interpretation>
              <emma:one-of disjunction-type="recognition" id="oneOf0">
                <emma:interpretation id="interp0" emma:lang="" emma:confidence="0.5">
                  <emma:literal>of</emma:literal>
                </emma:interpretation>
                <emma:interpretation id="interp1" emma:lang="" emma:confidence="0">
                  <emma:literal>or</emma:literal>
                </emma:interpretation>
                <emma:interpretation id="interp2" emma:lang="" emma:confidence="0">
                  <emma:literal>oy</emma:literal>
                </emma:interpretation>
                <emma:interpretation id="interp3" emma:lang="" emma:confidence="0">
                  <emma:literal>My</emma:literal>
                </emma:interpretation>
                <emma:interpretation id="interp4" emma:lang="" emma:confidence="0">
                  <emma:literal>-of</emma:literal>
                </emma:interpretation>
              </emma:one-of>
            </emma:emma>
          </inkml:annotationXML>
          <inkml:trace contextRef="#ctx0" brushRef="#br0">93 288 0 0,'-38'3'649'0,"38"-3"-285"16,0 0 10-16,0 0 20 0,0 0-23 0,0 0-17 0,0 0-26 15,0 0-10-15,0 0-8 0,0 0-53 16,0 0-16-16,-17-13-16 0,17 13-10 0,0 0-6 0,0 0-15 15,0 0-11-15,-21-14-10 0,21 14-6 0,0 0-6 16,0 0-2-16,0 0-5 0,-9-17-20 0,9 17-20 16,0 0-112-16,6-24 87 0,-6 24-14 0,11-25-6 15,2 9-25-15,1-5-8 0,9-1 5 0,-1 3-23 16,5-6 6-16,4 3-18 0,4-1-3 0,-1-1 5 16,-1-4-11-16,2 5 8 0,-1 2-6 0,-6 6 8 15,2 0-10-15,-8 1 7 0,-2 5-2 16,-20 9 7-16,30-16-15 0,-30 16 2 0,0 0-11 0,28-13-9 15,-28 13-6-15,0 0 5 0,0 0 2 16,21 19-1-16,-21-19 1 0,6 31 2 0,-6-31 5 16,3 36-8-16,-3-12 6 0,-3 2-4 0,-6 0 1 0,2 4 12 15,-7 1-4-15,-3 3 7 0,3 2 11 0,-10 4-11 0,2-1 3 16,2 1 1-16,-3-2-3 0,2 0 6 0,-2 2-7 31,2-10 7-31,7 3-5 0,0-1 3 0,3-9-16 0,2 5-7 16,1-4-14-16,2-1-4 0,6-23-6 0,-7 30-3 15,7-30 5-15,0 0 9 0,0 29 13 0,0-29 11 16,0 0 0-16,0 0-3 0,44-3 13 0,-44 3 1 16,46-20-5-16,-20 5 4 0,-1-1-1 15,2 0 4-15,-4-2-3 0,-1 0 5 0,-1 0 1 0,-1 2-2 16,-20 16 4-16,30-24 3 0,-30 24 1 0,17-18-1 16,-17 18-2-16,0 0 19 0,14-18-29 0,-14 18-12 0,0 0-3 15,0 0-12-15,0 0-5 0,0 0-9 16,0 0-4-16,0 0-9 0,0 0 7 0,0 0-1 0,0 0 4 0,0 0 9 0,-34-2 0 15,34 2 2-15,0 0 16 0,0 0-21 16,0 0-1-16,0 0-12 0,0 0 7 0,-30 11-6 16,30-11 18-16,0 0 11 0,0 0 5 0,-2 23 5 0,2-23 2 15,0 0 7-15,0 0 9 0,0 26 0 0,0-26 16 16,0 0 2-16,5 25 13 0,-5-25 14 0,6 21-12 0,-6-21 12 16,15 19 10-16,-15-19 12 0,20 15 2 0,-20-15-3 15,27 18-6-15,-27-18-13 0,34 18-3 0,-34-18-6 16,34 18-10-16,-19-3-5 0,2 0-3 0,-17-15-6 0,26 21 2 15,-26-21 13-15,21 22 4 0,-21-22-4 0,17 23 4 16,-17-23-3-16,11 27-14 0,-11-27 27 0,9 27 8 16,-9-27 16-16,2 32-2 0,-2-32 2 0,-2 32 1 15,2-32-4-15,-15 33 21 0,7-14-17 0,-6-1 5 16,-7 0 5-16,-2 0-9 0,-8 2-9 0,-7 1-12 16,-3-1 26-16,-6-3-46 0,-4 0 4 0,-4 0-4 15,-3-2 0-15,-5-3-21 16,-6-3-88-16,0 3-123 0,2-5-148 0,-2-3-200 0,0-5-243 15,-9-8-138-15,12-2-791 0,2-8-558 0</inkml:trace>
        </inkml:traceGroup>
        <inkml:traceGroup>
          <inkml:annotationXML>
            <emma:emma xmlns:emma="http://www.w3.org/2003/04/emma" version="1.0">
              <emma:interpretation id="{F3A9920D-BDF6-446F-A363-5A6E90DA9818}" emma:medium="tactile" emma:mode="ink">
                <msink:context xmlns:msink="http://schemas.microsoft.com/ink/2010/main" type="inkWord" rotatedBoundingBox="3580,5556 3595,5653 3412,5682 3396,5584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1353.3782">0 124 0 0,'17'-13'959'0,"-2"-3"-597"0,2 5 46 0,-17 11-15 0,28-25-13 16,-28 25-33-16,30-19 1 0,-30 19-23 16,20-17-31-16,-20 17-17 0,0 0-15 0,22-14-24 15,-22 14-22-15,0 0-36 0,0 0-36 0,0 0-26 0,0 0-26 16,0 0-10-16,0 0-22 0,0 0-11 15,0 0-14-15,19-11-8 0,-19 11-4 0,0 0-10 16,0 0-8-16,0 0 4 0,0 0-5 16,0 0 0-16,0 0-6 0,0 0-9 0,0 0 14 0,0 0 2 0,0 0 0 0,0 0 4 15,0 0 2 1,0 0-3-16,0 0 6 0,0 0 0 0,0 0-3 0,0 0-2 0,0 0 2 0,0 0 1 0,0 0-1 16,0 0-4-16,0 0 2 0,0 0 1 0,0 0 0 15,0 0 0-15,0 0-6 0,0 0 5 0,0 0-20 16,0 0-48-16,0 0-58 0,0 0-63 0,0 0-75 15,0 0-93-15,0 0-91 0,-30 11-45 0,30-11-49 0,0 0-53 16,-49 3-568-16,49-3-340 0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9T14:05:01.482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040955E2-3172-42AA-96E4-3228CBE15845}" emma:medium="tactile" emma:mode="ink">
          <msink:context xmlns:msink="http://schemas.microsoft.com/ink/2010/main" type="writingRegion" rotatedBoundingBox="10141,1003 11115,1003 11115,2506 10141,2506"/>
        </emma:interpretation>
      </emma:emma>
    </inkml:annotationXML>
    <inkml:traceGroup>
      <inkml:annotationXML>
        <emma:emma xmlns:emma="http://www.w3.org/2003/04/emma" version="1.0">
          <emma:interpretation id="{FC9367C2-916A-4643-AB4F-8151D0BAA4C7}" emma:medium="tactile" emma:mode="ink">
            <msink:context xmlns:msink="http://schemas.microsoft.com/ink/2010/main" type="paragraph" rotatedBoundingBox="10141,1003 11115,1003 11115,2506 10141,25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801567B-77B1-45D4-B12D-34E583DBB117}" emma:medium="tactile" emma:mode="ink">
              <msink:context xmlns:msink="http://schemas.microsoft.com/ink/2010/main" type="line" rotatedBoundingBox="10141,1003 11115,1003 11115,2506 10141,2506"/>
            </emma:interpretation>
          </emma:emma>
        </inkml:annotationXML>
        <inkml:traceGroup>
          <inkml:annotationXML>
            <emma:emma xmlns:emma="http://www.w3.org/2003/04/emma" version="1.0">
              <emma:interpretation id="{F5BAE8F1-5B39-4C4B-BAB8-1EE7DFC0C901}" emma:medium="tactile" emma:mode="ink">
                <msink:context xmlns:msink="http://schemas.microsoft.com/ink/2010/main" type="inkWord" rotatedBoundingBox="10141,1003 11115,1003 11115,2506 10141,2506"/>
              </emma:interpretation>
              <emma:one-of disjunction-type="recognition" id="oneOf0">
                <emma:interpretation id="interp0" emma:lang="" emma:confidence="0.5">
                  <emma:literal>}</emma:literal>
                </emma:interpretation>
                <emma:interpretation id="interp1" emma:lang="" emma:confidence="0">
                  <emma:literal>3</emma:literal>
                </emma:interpretation>
                <emma:interpretation id="interp2" emma:lang="" emma:confidence="0">
                  <emma:literal>y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z</emma:literal>
                </emma:interpretation>
              </emma:one-of>
            </emma:emma>
          </inkml:annotationXML>
          <inkml:trace contextRef="#ctx0" brushRef="#br0">20 154 0 0,'0'0'773'0,"0"0"-392"0,0 0 9 0,0 0-57 0,0 0-45 15,-12-17-34-15,12 17-30 0,0 0-35 0,0 0 28 16,0 0 10 0,0 0-3-16,0 0 4 0,0 0 24 0,0 0 9 15,0 0-7-15,0 0-10 0,6-20-4 0,-6 20-17 0,0 0-14 16,0 0-11-16,0 0-21 0,0 0-10 15,0 0-44-15,0 0 3 0,0 0-9 0,6-22-18 0,-6 22-28 16,0 0-9-16,0 0 9 0,18-14-36 16,-18 14-8-16,0 0-8 0,28-18-1 0,-28 18-4 0,27-10-9 0,-27 10 11 15,21-10-11-15,-21 10 12 0,27-11-22 0,-27 11 4 16,24-10-4-16,-24 10 5 0,0 0 2 0,40-11-18 16,-40 11 14-16,0 0 6 0,49-6-12 0,-49 6 3 0,0 0-16 15,58 0 23-15,-58 0-9 0,37 4 2 0,-37-4 2 16,40 6-3-16,-40-6 0 0,36 4-8 0,-36-4-1 15,22 13-1-15,-22-13-10 0,0 0 4 0,23 21 18 16,-23-21 21-16,3 23-1 0,-3-23 24 0,-3 34-11 0,-3-13-4 16,-2 0 50-16,-1-1-9 0,-2 4-3 0,1-1-9 0,-1 1-15 15,2 1-9-15,4 2 9 0,-9-4-24 0,2 3 43 16,1-3-69-16,1 4-131 0,-1-6 182 0,2 1-9 16,-2-1-8-16,5 1-27 0,-2-1 14 0,1-4 9 15,0 1-19-15,7-18-3 0,-10 35 1 0,10-35 4 16,-11 25-10-16,11-25-6 0,-3 20-6 0,3-20 7 0,0 0-15 15,8 27-22-15,-8-27 48 0,0 0 9 0,20 19 10 16,-20-19-27 0,33 4-10-16,-33-4-23 0,38 0 3 0,-38 0-1 0,42-2 14 15,-42 2 0-15,44-5 3 0,-44 5 6 0,38-8 2 16,-38 8 10-16,37-4-1 0,-37 4 1 0,28-11 8 16,-28 11 7-16,27-11 11 0,-27 11-2 0,20-10-7 15,-20 10-17-15,18-16 28 0,-18 16-2 0,0 0-1 16,17-16-4-16,-17 16 15 0,0 0-8 0,0 0 23 0,8-16 1 15,-8 16-18-15,0 0 19 0,0 0-23 0,0 0-15 16,0 0 9-16,0 0-15 0,0 0-9 0,0 0-9 16,0 0 8-16,0 0 4 0,0 0 1 0,0 0-26 0,-25 11-140 15,25-11 234-15,0 0-37 0,-21 18 16 0,21-18 0 16,0 0-10-16,-12 26 20 0,12-26-20 0,0 0 12 0,3 32 3 16,-3-32 5-16,6 26 26 0,-6-26 22 0,14 22-6 31,-14-22 10-31,35 29 1 0,-18-14 35 0,0-1-49 15,4 1-7-15,-1 0 3 0,3 5-9 0,1-8-4 0,-2 4-3 16,1 1-20-16,-2 0 8 0,-1-2-38 0,0 0 41 16,-2 5 1-16,-1-6-8 0,-3 6-5 0,-3-5-6 15,2 3-4-15,-6 0-6 0,-7-18-3 0,10 36-9 16,-6-17-3-16,-4-19-2 0,0 39 1 0,-1-19-11 0,-5 1-3 16,-4 0 13-16,2 2-6 0,-6-2-7 15,-1 0 2-15,-3-1-2 0,1 2 0 0,-3-1 19 16,-2-2-32-16,-5 1-1 0,2-4 7 0,-1 5-1 0,-3-6-15 0,0-1 16 0,0 1-1 15,-2 2-4-15,1-1-3 0,-1-4-9 0,-4 2-26 16,3-4-25-16,-3 1-40 0,-3-4-48 0,1-2-55 16,-2-2-94-16,-5-1-136 0,-2-2-196 0,3 0-201 15,-6-5-153-15,-23 0-207 0,11-2-535 0,6-4-561 0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9T14:05:19.599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99C083C0-570F-4E4E-902D-90C0EDE2761F}" emma:medium="tactile" emma:mode="ink">
          <msink:context xmlns:msink="http://schemas.microsoft.com/ink/2010/main" type="inkDrawing" rotatedBoundingBox="2626,2086 10076,1990 10077,2095 2627,2190" shapeName="Other"/>
        </emma:interpretation>
      </emma:emma>
    </inkml:annotationXML>
    <inkml:trace contextRef="#ctx0" brushRef="#br0">-1 71 0 0,'0'0'629'0,"0"0"-300"0,0 0-22 0,0 0 4 16,0 0-26-16,0 0-28 0,0 0-37 0,0 0-32 16,0 0-28-16,0 0-13 0,0 0-27 0,0 0-6 0,0 0-7 15,0 0-12-15,0 0-11 0,0 0-8 0,0 0 10 16,0 0 1-16,0 0 145 0,0 0 1 0,0 0-41 15,0 0-38-15,0 0-30 0,0 0-24 0,0 0-37 16,0 0 12-16,0 0-12 0,0 0-12 0,0 0-8 16,0 0 16-16,0 0-13 0,0 0 12 0,0 0 14 0,0 0 8 15,0 0 0-15,0 0 0 0,0 0 0 16,0 0-5-16,0 0-7 0,0 0-6 0,-8 21 0 16,8-21-12-16,0 0-36 0,0 0 21 0,0 0-8 0,0 0-8 15,0 0-5-15,0 0 2 0,0 0 0 0,0 0-8 16,25 11 3-16,-25-11 0 0,0 0 4 0,0 0 5 15,30 8 11-15,-30-8 15 0,0 0 7 0,0 0 10 16,31 10 6-16,-31-10-4 0,0 0 4 0,38 1 4 16,-38-1-15-16,0 0 1 0,35 6-17 0,-35-6-8 15,0 0-4-15,37-2-6 0,-37 2-14 0,0 0 4 16,0 0 0-16,46-4-3 0,-46 4-3 0,0 0 40 16,36-1-54-16,-36 1 19 0,0 0-24 0,42-6 16 15,-42 6-5-15,0 0 3 0,47-4-72 0,-47 4 88 16,34-6-13-16,-34 6 0 0,40-8 8 0,-40 8-4 15,40-7 5-15,-40 7-11 0,44-6-1 0,-44 6-4 0,44-5-1 0,-44 5 0 16,39-8-4-16,-39 8-6 0,41-3 3 0,-41 3 2 16,37 0-10-16,-37 0 1 0,0 0-3 0,44 0 5 15,-44 0-2-15,0 0 45 0,38 3-52 0,-38-3 11 16,0 0-2 0,31 3 5-16,-31-3 2 0,0 0 4 0,35 5-13 0,-35-5 12 15,0 0-1-15,34 5-2 0,-34-5-1 16,0 0 9-16,41 4-2 0,-41-4 11 0,0 0-7 0,38 2-2 0,-38-2 0 15,0 0-2-15,40 2 5 0,-40-2-8 0,0 0-7 16,39 3 13-16,-39-3-58 0,0 0 71 0,38 2-5 16,-38-2 17-16,0 0-32 0,0 0 0 0,41 6 5 15,-41-6-6-15,0 0-1 0,0 0 4 0,0 0-1 0,0 0-1 16,41 8 7-16,-41-8-12 0,0 0 11 0,0 0-5 16,40 1 2-16,-40-1 0 0,0 0 14 0,39 6-7 15,-39-6-5-15,0 0 5 0,47 3-4 0,-47-3 1 16,0 0-3-16,46 0 4 0,-46 0-4 0,0 0 10 0,47-3 24 15,-47 3-42-15,0 0 7 0,44-3-3 0,-44 3 0 16,0 0 1-16,39-3 6 0,-39 3-5 0,0 0 0 16,34-1 4-16,-34 1-6 0,0 0 5 0,44-6 4 0,-44 6-5 15,0 0-3-15,44-2 4 0,-44 2-2 16,38-3 1-16,-38 3-2 0,39-3 2 0,-39 3 52 16,47-2-72-16,-47 2 8 15,48-3 11-15,-48 3 2 0,47 0-5 0,-47 0-5 16,46-2 8-16,-46 2 5 0,44 0-8 0,-44 0 0 15,37 0 10-15,-37 0-5 0,0 0 0 0,46-2 0 0,-46 2-3 0,0 0 9 16,37 2-9-16,-37-2 4 0,0 0-1 0,0 0-2 16,44-2-3-16,-44 2 7 0,0 0-2 0,0 0 1 15,46-4 2-15,-46 4-7 0,0 0 10 0,51 0-4 16,-51 0-4-16,41-2 2 0,-41 2 0 0,47 0 10 16,-47 0-18-16,49 2 14 0,-49-2-13 0,51 0 6 15,-51 0-4-15,49 0 3 0,-49 0 7 0,47 0 1 16,-47 0 10-16,42 4-16 0,-42-4-3 0,44 0-1 0,-44 0 11 15,0 0-15-15,49-4 14 0,-49 4 14 16,0 0-29-16,44-2 13 0,-44 2 5 0,0 0-4 16,34-3-8-16,-34 3 3 0,0 0 0 0,0 0 6 0,47-2-4 15,-47 2-1 1,0 0 38-16,38-3-52 0,-38 3 6 0,0 0-6 16,39-3 6-16,-39 3-4 0,0 0-15 0,40 3 41 0,-40-3-20 15,0 0 2-15,44 3-6 0,-44-3 15 0,0 0-18 16,38 2 4-16,-38-2-1 0,0 0 2 0,49-2 2 0,-49 2-8 0,0 0 16 15,48-3-6-15,-48 3 10 0,0 0-12 16,52-3 46-16,-52 3-60 0,36 0 17 0,-36 0-5 0,37-3 4 16,-37 3-1-16,0 0-6 0,55 0 9 0,-55 0-7 15,0 0 2-15,52 0 0 0,-52 0 11 0,0 0-8 16,55 0 2-16,-55 0-3 0,0 0-14 0,51 3 69 0,-51-3-58 16,0 0 3-16,52 0 0 0,-52 0-6 0,0 0 0 15,55 3 10-15,-55-3-3 0,44 0-2 0,-44 0 5 16,39 3-6-16,-39-3 6 0,44 5-3 0,-44-5 7 15,47 2-5-15,-47-2-15 0,36 4 4 0,-36-4 19 16,44 2-2-16,-44-2 0 0,34 2 1 0,-34-2-1 16,0 0-3-16,47 3-4 0,-47-3 3 0,0 0 23 0,39 2-28 15,-39-2 9-15,0 0-9 0,38 3-2 0,-38-3 7 16,0 0-8 0,38 3 11-16,-38-3-61 0,0 0 65 0,44 2 11 15,-44-2-13-15,0 0 0 0,40 0-4 0,-40 0-5 16,0 0 5-16,43 2-7 0,-43-2 11 0,0 0-8 15,50 5 4-15,-50-5 2 0,0 0 1 0,48 3 2 0,-48-3-7 16,0 0-49-16,46 0 69 0,-46 0-9 0,0 0 18 0,44 0-23 16,-44 0 0-16,0 0-5 0,43-3 7 0,-43 3 0 15,0 0-16-15,35-1 11 0,-35 1 8 0,0 0-7 0,0 0-2 16,34-6-16-16,-34 6-4 0,0 0 38 0,0 0-22 16,38-2 4-16,-38 2-2 0,0 0-2 0,0 0-8 15,34-6 19-15,-34 6-8 0,0 0-1 0,0 0 2 16,49-2-7-16,-49 2 3 0,0 0 0 0,44 0 2 0,-44 0-11 15,0 0 12-15,44 0-2 0,-44 0 4 0,0 0-6 16,51 0-9 0,-51 0 14-16,0 0-9 0,52 2 2 0,-52-2 9 15,0 0-9-15,52 0 0 0,-52 0-95 0,0 0 117 16,44 0-3-16,-44 0 0 0,0 0-4 0,39-2-2 16,-39 2 2-16,0 0-8 0,0 0 2 0,37-3 2 0,-37 3-6 15,0 0 9-15,0 0-9 0,0 0 0 16,44-2-4-16,-44 2 91 0,0 0-105 0,0 0 32 0,41 0-27 15,-41 0 2-15,0 0 2 0,45-2 12 0,-45 2-16 0,0 0 4 16,58 2-1-16,-58-2-1 0,38-2 10 16,-38 2-6-16,44 0 9 0,-44 0-2 0,38 0 16 0,-38 0-110 15,0 0 113-15,45 0-4 0,-45 0-9 0,0 0 11 16,44-6-11-16,-44 6 5 0,0 0-7 0,31-8 2 16,-31 8 3-16,0 0 0 0,28-6-3 0,-28 6-70 15,0 0 85-15,33-7-11 0,-33 7 19 0,0 0-20 16,28-8-32-16,-28 8 25 0,0 0-4 0,32-1 2 0,-32 1 4 15,0 0 0-15,44-6-10 0,-44 6 3 0,31 6 1 0,-31-6-1 0,0 0-3 16,38-6-89-16,-38 6 119 0,0 0-12 0,0 0 5 16,37-4-14-16,-37 4 11 0,0 0-3 0,0 0-3 0,0 0-1 15,38-1 1-15,-38 1-3 0,0 0 0 16,0 0 2 0,0 0-8-16,0 0 3 0,37-6 86 0,-37 6-206 15,0 0 130-15,0 0-7 0,0 0 3 0,0 0-4 16,38-5 2-16,-38 5-8 0,0 0-3 0,0 0 1 0,0 0 5 0,41 0 2 0,-41 0 2 15,0 0-9-15,0 0-2 16,37-9 3-16,-37 9 10 0,0 0-5 0,0 0-66 0,38-5 78 16,-38 5-3-16,0 0-1 0,0 0-5 0,34-4 0 15,-34 4 0-15,0 0-6 0,43-3 5 0,-43 3 2 16,0 0-5-16,44-6 3 0,-44 6-10 0,0 0 20 16,43-2-18-16,-43 2 4 0,0 0-3 0,43-4 3 15,-43 4-3-15,0 0-10 0,34-3 7 0,-34 3 6 0,0 0 0 16,35-3-3-16,-35 3 1 0,0 0-3 0,0 0 4 0,36-4-4 15,-36 4 3-15,0 0 4 0,0 0-9 0,42 0-4 0,-42 0 15 16,0 0-5-16,38 0-1 0,-38 0-4 0,0 0 2 16,43 4-3-16,-43-4-2 0,0 0-8 0,43 6-10 31,-43-6-78-31,37 1 141 0,-37-1-39 0,0 0-13 0,47 3-5 16,-47-3 2-16,0 0 6 0,46 5 3 15,-46-5 1-15,0 0 3 0,44 3 0 0,-44-3 3 0,0 0-1 0,37 0 4 16,-37 0 8-16,0 0-13 0,43 0-3 0,-43 0 48 15,0 0-45-15,50 0-3 0,-50 0-1 0,0 0 5 16,40 0 0-16,-40 0-3 0,0 0 2 0,35 0 0 16,-35 0 0-16,0 0 0 0,37 5 5 0,-37-5-5 15,0 0 2-15,0 0 1 0,46 0-4 0,-46 0 3 16,0 0-4-16,44 5-1 0,-44-5-14 0,0 0-2 0,42 2 3 0,-42-2 2 16,38 3 2-16,-38-3-21 0,0 0 1 0,47 6 7 15,-47-6 8-15,0 0-1 0,45 1 7 0,-45-1 4 16,0 0 5-16,0 0 0 0,47 0 3 0,-47 0 4 15,0 0 1-15,0 0-6 0,42 0 4 0,-42 0 0 16,0 0 0-16,33-4 2 0,-33 4-4 0,0 0 0 16,0 0 5-16,36-3-3 0,-36 3-2 0,0 0 1 0,0 0-2 15,47 0 4-15,-47 0-5 0,0 0-9 0,44 0-2 0,-44 0 24 32,0 0-24-32,42 3 2 0,-42-3 5 0,0 0-3 0,38 3 7 15,-38-3 3-15,0 0-2 0,38-3-1 0,-38 3 4 16,0 0 1-16,0 0 3 0,48-3-1 0,-48 3 2 15,0 0-1-15,0 0 2 0,50 0-7 16,-50 0 17-16,0 0-16 0,43-3-8 0,-43 3-22 0,0 0-61 0,0 0-58 16,40-5-80-16,-40 5-99 0,0 0-122 0,0 0-124 15,32-10-144-15,-32 10-609 0,0 0-419 0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09T14:17:18.686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1C072A22-1F31-483A-9EBA-A76E2896B766}" emma:medium="tactile" emma:mode="ink">
          <msink:context xmlns:msink="http://schemas.microsoft.com/ink/2010/main" type="inkDrawing" rotatedBoundingBox="16258,10839 16276,10853 16267,10865 16249,10851" semanticType="callout" shapeName="Other"/>
        </emma:interpretation>
      </emma:emma>
    </inkml:annotationXML>
    <inkml:trace contextRef="#ctx0" brushRef="#br0">18 14 0 0,'0'0'382'0,"0"0"-233"0,0 0-23 0,0 0-27 0,0 0-24 0,0 0-10 15,0 0-17-15,0 0-4 0,0 0-5 0,0 0-6 16,0 0-2-16,0 0-16 0,0 0-47 0,0 0 40 16,0 0-26-16,0 0 12 0,0 0 1 0,0 0 3 15,0 0-4-15,0 0-4 0,0 0-3 0,0 0 5 16,0 0-14-16,0 0-17 0,0 0-10 0,0 0-17 15,0 0-27-15,0 0-18 0,-18-14-8 0,18 14 6 16,0 0-48-16,0 0 83 0</inkml:trace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42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651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3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437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2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05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577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83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80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25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CDD6-0388-4FF9-86C0-F1362B00FC20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28153-942F-407E-952B-73B5759E6F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14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.emf"/><Relationship Id="rId10" Type="http://schemas.openxmlformats.org/officeDocument/2006/relationships/customXml" Target="../ink/ink2.xml"/><Relationship Id="rId9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5" Type="http://schemas.openxmlformats.org/officeDocument/2006/relationships/image" Target="../media/image3.emf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49382" y="293807"/>
            <a:ext cx="1163781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Are These Commands Important?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Imagine Linux as a huge library: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📚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helps locate books (files/folders)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grep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search inside books (file contents)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📖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help book/manual for any command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❓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--help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quick user guide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apropos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"I forgot the command name" search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39017" y="3581307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228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759581"/>
              </p:ext>
            </p:extLst>
          </p:nvPr>
        </p:nvGraphicFramePr>
        <p:xfrm>
          <a:off x="256743" y="3986877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53279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28108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7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Find by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find . -name "file.txt"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35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Find all .log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find /</a:t>
                      </a:r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var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-name "*.log"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465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Find by type (file)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find . -type 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2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Find by type (directory)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find . -type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812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Find by size (&gt;5MB)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find . -size +5M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744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Find and 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find . -name "*.</a:t>
                      </a:r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tmp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" -delete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21638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45906" y="3617545"/>
            <a:ext cx="2996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 Common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find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Use Cases</a:t>
            </a:r>
            <a:r>
              <a:rPr kumimoji="0" lang="en-US" alt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6743" y="40909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1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Searching for Files with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find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for files or folders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name, size, type, etc.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find /home -name "notes.txt"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Searches inside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/home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a file named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notes.txt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13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490083"/>
              </p:ext>
            </p:extLst>
          </p:nvPr>
        </p:nvGraphicFramePr>
        <p:xfrm>
          <a:off x="330200" y="3809178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837451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632464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40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Basic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FF0000"/>
                          </a:solidFill>
                        </a:rPr>
                        <a:t>grep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 "error" logfile.txt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51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Case-insensitive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FF0000"/>
                          </a:solidFill>
                        </a:rPr>
                        <a:t>grep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 -</a:t>
                      </a:r>
                      <a:r>
                        <a:rPr lang="en-IN" dirty="0" err="1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 "</a:t>
                      </a:r>
                      <a:r>
                        <a:rPr lang="en-IN" dirty="0" err="1">
                          <a:solidFill>
                            <a:srgbClr val="FF0000"/>
                          </a:solidFill>
                        </a:rPr>
                        <a:t>linux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" file.txt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587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Show line 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FF0000"/>
                          </a:solidFill>
                        </a:rPr>
                        <a:t>grep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 -n "</a:t>
                      </a:r>
                      <a:r>
                        <a:rPr lang="en-IN" dirty="0" err="1">
                          <a:solidFill>
                            <a:srgbClr val="FF0000"/>
                          </a:solidFill>
                        </a:rPr>
                        <a:t>linux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" file.txt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2464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Search recursively in folders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rgbClr val="FF0000"/>
                          </a:solidFill>
                        </a:rPr>
                        <a:t>grep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 -r "</a:t>
                      </a:r>
                      <a:r>
                        <a:rPr lang="en-IN" dirty="0" err="1">
                          <a:solidFill>
                            <a:srgbClr val="FF0000"/>
                          </a:solidFill>
                        </a:rPr>
                        <a:t>linux</a:t>
                      </a: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" /</a:t>
                      </a:r>
                      <a:r>
                        <a:rPr lang="en-IN" dirty="0" err="1">
                          <a:solidFill>
                            <a:srgbClr val="FF0000"/>
                          </a:solidFill>
                        </a:rPr>
                        <a:t>etc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720133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30200" y="257410"/>
            <a:ext cx="486543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Searching Inside Files with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grep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inside files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specific words/patterns.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grep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"Linux" myfile.txt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Looks for the word “Linux” inside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myfile.txt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30200" y="2983462"/>
            <a:ext cx="3433953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 Common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grep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Use Cases: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160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968734"/>
              </p:ext>
            </p:extLst>
          </p:nvPr>
        </p:nvGraphicFramePr>
        <p:xfrm>
          <a:off x="293254" y="4500057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893573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270377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74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View help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man &lt;command&gt;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491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Search inside man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Press /, type 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053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Go to next 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Press 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654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Quit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Press 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721087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93254" y="397629"/>
            <a:ext cx="464742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Get Help with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(Manual Pages)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does: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Opens 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any Linux command.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man ls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📘 Shows full manual for the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command.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Scroll with arrow keys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Quit with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79269" y="4176891"/>
            <a:ext cx="25190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 Common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Tips: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/>
              <p14:cNvContentPartPr/>
              <p14:nvPr/>
            </p14:nvContentPartPr>
            <p14:xfrm>
              <a:off x="3396505" y="1637318"/>
              <a:ext cx="21960" cy="1224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90025" y="1629758"/>
                <a:ext cx="360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/>
              <p14:cNvContentPartPr/>
              <p14:nvPr/>
            </p14:nvContentPartPr>
            <p14:xfrm>
              <a:off x="1126705" y="1954838"/>
              <a:ext cx="367200" cy="4543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2025" y="1939718"/>
                <a:ext cx="386640" cy="48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286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7164" y="358293"/>
            <a:ext cx="500649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Get Quick Help with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--help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What it does: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of options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 command.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ls --help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📄 Displays available flags and options for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97164" y="3565378"/>
            <a:ext cx="552382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6. When You Forget a Command Name: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apropos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What it does: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Searches man pages for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keywords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apropos network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Lists all commands related to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3652105" y="359318"/>
              <a:ext cx="349920" cy="544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3465" y="343838"/>
                <a:ext cx="378360" cy="5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949225" y="727958"/>
              <a:ext cx="2679120" cy="453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4825" y="712838"/>
                <a:ext cx="27032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/>
              <p14:cNvContentPartPr/>
              <p14:nvPr/>
            </p14:nvContentPartPr>
            <p14:xfrm>
              <a:off x="5849905" y="3906398"/>
              <a:ext cx="6840" cy="540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44505" y="3900998"/>
                <a:ext cx="18720" cy="1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049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77091" y="312204"/>
            <a:ext cx="56012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What is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which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What it does: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of a command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(where it's installed).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which python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/bin/python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7091" y="3554125"/>
            <a:ext cx="418255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PRACTICE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Try these commands on your system: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touch test.txt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echo "Linux is fun" &gt; test.txt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grep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"Linux" test.txt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Search inside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78304" y="401575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find . -name "test.txt"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# Find the file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man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grep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Read help manual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ls --help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Quick help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apropos editor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# Find related commands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which bash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 Where is bash installed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532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677101"/>
              </p:ext>
            </p:extLst>
          </p:nvPr>
        </p:nvGraphicFramePr>
        <p:xfrm>
          <a:off x="320963" y="825105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708123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13318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557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Search for a file by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find /path -name "file"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2373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Search inside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grep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"word" file.txt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107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Show manual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man 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3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Quick command help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command --help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28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Find related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apropos keyword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048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/>
                        <a:t>Locate command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which 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543203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0963" y="178774"/>
            <a:ext cx="17961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CHEAT SHEET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335312"/>
              </p:ext>
            </p:extLst>
          </p:nvPr>
        </p:nvGraphicFramePr>
        <p:xfrm>
          <a:off x="320963" y="4184873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387945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22314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b="1" dirty="0"/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Command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722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/>
                        <a:t>“Where is my script file?”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find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536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/>
                        <a:t>“What command shows disk use?”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apropos disk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685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/>
                        <a:t>“How do I use grep?”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man </a:t>
                      </a:r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grep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732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/>
                        <a:t>“What’s the path of nano?”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which </a:t>
                      </a:r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nano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437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/>
                        <a:t>“Is ‘Linux’ mentioned in logs?”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grep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 "Linux" /</a:t>
                      </a:r>
                      <a:r>
                        <a:rPr lang="en-IN" sz="1800" dirty="0" err="1">
                          <a:solidFill>
                            <a:srgbClr val="FF0000"/>
                          </a:solidFill>
                        </a:rPr>
                        <a:t>var</a:t>
                      </a: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/log/syslog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35222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80422" y="3782482"/>
            <a:ext cx="23903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Scenarios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6593" y="3782482"/>
            <a:ext cx="2290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 smtClean="0"/>
              <a:t>Virat</a:t>
            </a:r>
            <a:r>
              <a:rPr lang="en-US" sz="1000" dirty="0" smtClean="0"/>
              <a:t> v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4258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20146" y="3131128"/>
            <a:ext cx="988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END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35166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614</Words>
  <Application>Microsoft Office PowerPoint</Application>
  <PresentationFormat>Widescreen</PresentationFormat>
  <Paragraphs>147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31</cp:revision>
  <dcterms:created xsi:type="dcterms:W3CDTF">2025-07-07T10:59:50Z</dcterms:created>
  <dcterms:modified xsi:type="dcterms:W3CDTF">2025-07-09T14:22:28Z</dcterms:modified>
</cp:coreProperties>
</file>