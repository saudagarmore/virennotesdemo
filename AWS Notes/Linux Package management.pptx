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068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04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1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38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1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67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51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60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91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21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458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ABAB4-3F74-43B6-804C-2BA61743E042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C6382-4D4D-4BF5-B81E-692606A23F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531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49382" y="182649"/>
            <a:ext cx="1024190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 Package?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Linux,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like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bundle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contains everything needed to install and run a program (code,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dependencies).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Think of it like installing an app on your phone — but with more control.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49382" y="1791997"/>
            <a:ext cx="344196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Use Package Managers?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 managers help you: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 broken dependencies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001955"/>
              </p:ext>
            </p:extLst>
          </p:nvPr>
        </p:nvGraphicFramePr>
        <p:xfrm>
          <a:off x="249382" y="4906458"/>
          <a:ext cx="10515600" cy="1927479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59274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334700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32216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/>
                        <a:t>OS Family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Package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File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831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 err="1"/>
                        <a:t>Debian</a:t>
                      </a:r>
                      <a:r>
                        <a:rPr lang="en-IN" sz="1800" b="1" dirty="0"/>
                        <a:t>/Ubuntu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apt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.deb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958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 err="1"/>
                        <a:t>RedHat</a:t>
                      </a:r>
                      <a:r>
                        <a:rPr lang="en-IN" sz="1800" b="1" dirty="0"/>
                        <a:t>/CentOS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yum or </a:t>
                      </a:r>
                      <a:r>
                        <a:rPr lang="en-IN" sz="1800" dirty="0" err="1"/>
                        <a:t>dnf</a:t>
                      </a:r>
                      <a:r>
                        <a:rPr lang="en-IN" sz="1800" dirty="0"/>
                        <a:t>, rpm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.rpm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46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/>
                        <a:t>Arch Linux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pacman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.pkg.tar.zst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51818"/>
                  </a:ext>
                </a:extLst>
              </a:tr>
              <a:tr h="464439">
                <a:tc>
                  <a:txBody>
                    <a:bodyPr/>
                    <a:lstStyle/>
                    <a:p>
                      <a:r>
                        <a:rPr lang="en-IN" sz="1800" b="1"/>
                        <a:t>Universal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snap, flatpak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N/A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34644"/>
                  </a:ext>
                </a:extLst>
              </a:tr>
            </a:tbl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49382" y="4452469"/>
            <a:ext cx="32581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Package Managers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75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1672" y="107041"/>
            <a:ext cx="71801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1: Update the Package List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Real-Life: Like refreshing your app store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update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(For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RedHat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yum check-update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dnf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check-update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1672" y="2012780"/>
            <a:ext cx="42883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2: Upgrade Installed Packages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⬆️ Real-Life: Like updating all your apps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upgrade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upgrade (handles system changes):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full-upgrade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1672" y="4749516"/>
            <a:ext cx="408316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3: Install a Package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📥 Real-Life: Like downloading an app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install curl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(For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RedHat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yum install curl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80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273" y="7663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4: Remove/Uninstall a Package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 Like uninstalling an app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 but keep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remove curl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Remove +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configs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purge curl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56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14038" y="672284"/>
            <a:ext cx="428835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5: Search for Packages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🔎 Real-Life: Like searching in app store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apt search zip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to show package info: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apt show zip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14038" y="3389886"/>
            <a:ext cx="400622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6: Clean 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 Like deleting leftover files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downloaded package cache: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clean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Remove unnecessary packages: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autoremove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37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78691" y="266067"/>
            <a:ext cx="572464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7: Work with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.deb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.rpm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Files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Sometimes, you download a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.deb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file manually.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.deb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Debian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dpkg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filename.deb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--fix-broken install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Install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.rpm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RedHat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rpm 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ivh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package.rpm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better: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dnf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install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package.rpm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78691" y="3644834"/>
            <a:ext cx="450636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8: Snap &amp;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Flatpak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(Universal Packages)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 Snap: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install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snapd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snap install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vlc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remove: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snap remove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vlc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49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40145" y="376581"/>
            <a:ext cx="46217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9: See What’s Installed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dpkg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-l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List installed packages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Debian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rpm 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qa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List installed packages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RedHat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0145" y="1937667"/>
            <a:ext cx="70070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 PRACTICAL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Try this step by step: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update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install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figlet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# Install text art tool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figlet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Hello Linux # Use 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remove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figlet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Uninstall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autoremove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Clean unused packages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4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388260"/>
              </p:ext>
            </p:extLst>
          </p:nvPr>
        </p:nvGraphicFramePr>
        <p:xfrm>
          <a:off x="293254" y="783678"/>
          <a:ext cx="10515600" cy="3657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372468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028597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90617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APT (Ubuntu/</a:t>
                      </a:r>
                      <a:r>
                        <a:rPr lang="en-IN" sz="1800" b="1" dirty="0" err="1"/>
                        <a:t>Debian</a:t>
                      </a:r>
                      <a:r>
                        <a:rPr lang="en-IN" sz="1800" b="1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YUM/DNF (</a:t>
                      </a:r>
                      <a:r>
                        <a:rPr lang="en-IN" sz="1800" b="1" dirty="0" err="1"/>
                        <a:t>RedHat</a:t>
                      </a:r>
                      <a:r>
                        <a:rPr lang="en-IN" sz="1800" b="1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823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Update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apt 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sudo yum check-update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401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Upgrade 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FF0000"/>
                          </a:solidFill>
                        </a:rPr>
                        <a:t>sudo apt upgrade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sudo yum upgrade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027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Install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FF0000"/>
                          </a:solidFill>
                        </a:rPr>
                        <a:t>sudo apt install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sudo yum install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82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Remove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FF0000"/>
                          </a:solidFill>
                        </a:rPr>
                        <a:t>sudo apt remove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sudo yum remove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93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Purge (with config)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FF0000"/>
                          </a:solidFill>
                        </a:rPr>
                        <a:t>sudo apt purge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N/A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260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Clean cache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apt clean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sudo yum clean 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513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Auto remove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apt 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autoremove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sudo yum autoremove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131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apt search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yum search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994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apt show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yum info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012088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93254" y="268396"/>
            <a:ext cx="1796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CHEAT SHEET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6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0364" y="3149599"/>
            <a:ext cx="1108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END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581578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521</Words>
  <Application>Microsoft Office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24</cp:revision>
  <dcterms:created xsi:type="dcterms:W3CDTF">2025-07-07T10:10:41Z</dcterms:created>
  <dcterms:modified xsi:type="dcterms:W3CDTF">2025-09-10T11:52:25Z</dcterms:modified>
</cp:coreProperties>
</file>