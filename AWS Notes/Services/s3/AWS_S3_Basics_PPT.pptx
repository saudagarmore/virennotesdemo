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er.com/Publications/fabrication-2019.ht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61502"/>
            <a:ext cx="7772400" cy="1470025"/>
          </a:xfrm>
        </p:spPr>
        <p:txBody>
          <a:bodyPr/>
          <a:lstStyle/>
          <a:p>
            <a:r>
              <a:rPr dirty="0"/>
              <a:t>AWS S3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D8A632-7689-7D30-A63E-4691C5A32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53691" y="2245446"/>
            <a:ext cx="6810375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S3?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S3 = Simple Storage Service</a:t>
            </a:r>
          </a:p>
          <a:p>
            <a:r>
              <a:t>• Object storage for files and data</a:t>
            </a:r>
          </a:p>
          <a:p>
            <a:r>
              <a:t>• Store and retrieve any amount of data</a:t>
            </a:r>
          </a:p>
          <a:p>
            <a:r>
              <a:t>• Scalable, secure, and highly available</a:t>
            </a:r>
          </a:p>
          <a:p>
            <a:r>
              <a:t>• Commonly used for backups, websites, and data archiving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Buckets: Containers for storing objects</a:t>
            </a:r>
          </a:p>
          <a:p>
            <a:r>
              <a:t>• Objects: Files (data + metadata)</a:t>
            </a:r>
          </a:p>
          <a:p>
            <a:r>
              <a:t>• Keys: Unique name for each object in a bucket</a:t>
            </a:r>
          </a:p>
          <a:p>
            <a:r>
              <a:t>• Region: Physical location of your data</a:t>
            </a:r>
          </a:p>
          <a:p>
            <a:r>
              <a:t>• Storage Classes: Different cost &amp; access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Create an S3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Login to AWS Console</a:t>
            </a:r>
          </a:p>
          <a:p>
            <a:r>
              <a:t>2. Go to S3 service</a:t>
            </a:r>
          </a:p>
          <a:p>
            <a:r>
              <a:t>3. Click 'Create Bucket'</a:t>
            </a:r>
          </a:p>
          <a:p>
            <a:r>
              <a:t>4. Enter Bucket Name and choose Region</a:t>
            </a:r>
          </a:p>
          <a:p>
            <a:r>
              <a:t>5. Set options (versioning, encryption, etc.)</a:t>
            </a:r>
          </a:p>
          <a:p>
            <a:r>
              <a:t>6. Set permissions (access control)</a:t>
            </a:r>
          </a:p>
          <a:p>
            <a:r>
              <a:t>7. Click 'Create'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Storage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S3 Standard – Frequent access</a:t>
            </a:r>
          </a:p>
          <a:p>
            <a:r>
              <a:t>• S3 Intelligent-Tiering – Auto cost saving</a:t>
            </a:r>
          </a:p>
          <a:p>
            <a:r>
              <a:t>• S3 Standard-IA – Infrequent access</a:t>
            </a:r>
          </a:p>
          <a:p>
            <a:r>
              <a:t>• S3 One Zone-IA – Infrequent, single zone</a:t>
            </a:r>
          </a:p>
          <a:p>
            <a:r>
              <a:t>• S3 Glacier – Archive with retrieval time</a:t>
            </a:r>
          </a:p>
          <a:p>
            <a:r>
              <a:t>• S3 Glacier Deep Archive – Long-term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Permissions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IAM Policies: Who can access what</a:t>
            </a:r>
          </a:p>
          <a:p>
            <a:r>
              <a:t>• Bucket Policies: Control access at bucket level</a:t>
            </a:r>
          </a:p>
          <a:p>
            <a:r>
              <a:t>• ACLs: Legacy access control</a:t>
            </a:r>
          </a:p>
          <a:p>
            <a:r>
              <a:t>• Encryption: Server-side (SSE) and client-side</a:t>
            </a:r>
          </a:p>
          <a:p>
            <a:r>
              <a:t>• Versioning and MFA Delete for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240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AWS S3</vt:lpstr>
      <vt:lpstr>What is AWS S3?</vt:lpstr>
      <vt:lpstr>S3 Key Concepts</vt:lpstr>
      <vt:lpstr>Steps to Create an S3 Bucket</vt:lpstr>
      <vt:lpstr>S3 Storage Classes</vt:lpstr>
      <vt:lpstr>S3 Permissions &amp; Security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Virgat</dc:creator>
  <cp:keywords/>
  <dc:description>generated using python-pptx</dc:description>
  <cp:lastModifiedBy>Vishnu Virgat</cp:lastModifiedBy>
  <cp:revision>2</cp:revision>
  <dcterms:created xsi:type="dcterms:W3CDTF">2013-01-27T09:14:16Z</dcterms:created>
  <dcterms:modified xsi:type="dcterms:W3CDTF">2025-06-10T06:42:14Z</dcterms:modified>
  <cp:category/>
</cp:coreProperties>
</file>