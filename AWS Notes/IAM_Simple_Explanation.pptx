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AWS IAM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Simple Explanation with Real-Life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IAM?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IAM = Identity and Access Management</a:t>
            </a:r>
          </a:p>
          <a:p>
            <a:r>
              <a:t>It controls who can access which AWS services.</a:t>
            </a:r>
          </a:p>
          <a:p>
            <a:r>
              <a:t>Think of IAM as the security gate of AWS.</a:t>
            </a:r>
          </a:p>
          <a:p>
            <a:r>
              <a:t>You decide who can enter and what they can do inside.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Imagine a company office:</a:t>
            </a:r>
          </a:p>
          <a:p>
            <a:r>
              <a:t>- Employees = IAM Users</a:t>
            </a:r>
          </a:p>
          <a:p>
            <a:r>
              <a:t>- Teams = IAM Groups</a:t>
            </a:r>
          </a:p>
          <a:p>
            <a:r>
              <a:t>- Job roles or guest passes = IAM Roles</a:t>
            </a:r>
          </a:p>
          <a:p>
            <a:r>
              <a:t>- Rules for access = IAM Policies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IAM 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 IAM user is a person who uses AWS.</a:t>
            </a:r>
          </a:p>
          <a:p>
            <a:r>
              <a:rPr dirty="0"/>
              <a:t>Example: </a:t>
            </a:r>
            <a:r>
              <a:rPr lang="en-IN" dirty="0"/>
              <a:t>Virat</a:t>
            </a:r>
            <a:r>
              <a:rPr dirty="0"/>
              <a:t> the Developer</a:t>
            </a:r>
          </a:p>
          <a:p>
            <a:r>
              <a:rPr dirty="0"/>
              <a:t>- Has a username &amp; password or access keys</a:t>
            </a:r>
          </a:p>
          <a:p>
            <a:r>
              <a:rPr dirty="0"/>
              <a:t>- Can login to the AWS Console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IAM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group is a collection of IAM users.</a:t>
            </a:r>
          </a:p>
          <a:p>
            <a:r>
              <a:t>Example: Developers group includes John and Alice</a:t>
            </a:r>
          </a:p>
          <a:p>
            <a:r>
              <a:t>- You can attach policies to the group</a:t>
            </a:r>
          </a:p>
          <a:p>
            <a:r>
              <a:t>- All users in the group get the same permissions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IAM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role gives temporary access permissions.</a:t>
            </a:r>
          </a:p>
          <a:p>
            <a:r>
              <a:t>Example: EC2 needs permission to read from S3</a:t>
            </a:r>
          </a:p>
          <a:p>
            <a:r>
              <a:t>- You create a role and attach it to EC2</a:t>
            </a:r>
          </a:p>
          <a:p>
            <a:r>
              <a:t>- No password, no user — only temporary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IAM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policy is a rule that allows or denies actions.</a:t>
            </a:r>
          </a:p>
          <a:p>
            <a:r>
              <a:t>Example: Allow 'ReadOnly' access to S3</a:t>
            </a:r>
          </a:p>
          <a:p>
            <a:r>
              <a:t>- Policies can be attached to users, groups, or roles</a:t>
            </a:r>
          </a:p>
          <a:p>
            <a:r>
              <a:t>- They define what actions are allowed or blocked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Summary: IAM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= </a:t>
            </a:r>
            <a:r>
              <a:rPr lang="en-IN" dirty="0"/>
              <a:t>Virat</a:t>
            </a:r>
            <a:r>
              <a:rPr dirty="0"/>
              <a:t> (person)</a:t>
            </a:r>
          </a:p>
          <a:p>
            <a:r>
              <a:rPr dirty="0"/>
              <a:t>Group = Developers (team)</a:t>
            </a:r>
          </a:p>
          <a:p>
            <a:r>
              <a:rPr dirty="0"/>
              <a:t>Role = Temporary job permission (used by EC2)</a:t>
            </a:r>
          </a:p>
          <a:p>
            <a:r>
              <a:rPr dirty="0"/>
              <a:t>Policy = Rule book (what can or can't be done)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Use IAM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 Users and assign them to Groups</a:t>
            </a:r>
          </a:p>
          <a:p>
            <a:r>
              <a:t>2. Attach Policies to Groups or Roles</a:t>
            </a:r>
          </a:p>
          <a:p>
            <a:r>
              <a:t>3. Create Roles for AWS services like EC2</a:t>
            </a:r>
          </a:p>
          <a:p>
            <a:r>
              <a:t>4. Use IAM to manage secure access to AWS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310</Words>
  <Application>Microsoft Office PowerPoint</Application>
  <PresentationFormat>On-screen Show (4:3)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Understanding AWS IAM</vt:lpstr>
      <vt:lpstr>What is IAM?</vt:lpstr>
      <vt:lpstr>Real-Life Example</vt:lpstr>
      <vt:lpstr>IAM User</vt:lpstr>
      <vt:lpstr>IAM Group</vt:lpstr>
      <vt:lpstr>IAM Role</vt:lpstr>
      <vt:lpstr>IAM Policy</vt:lpstr>
      <vt:lpstr>Summary: IAM Components</vt:lpstr>
      <vt:lpstr>How to Use IAM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Vishnu Virgat</dc:creator>
  <cp:keywords/>
  <dc:description>generated using python-pptx</dc:description>
  <cp:lastModifiedBy>Vishnu Virgat</cp:lastModifiedBy>
  <cp:revision>2</cp:revision>
  <dcterms:created xsi:type="dcterms:W3CDTF">2013-01-27T09:14:16Z</dcterms:created>
  <dcterms:modified xsi:type="dcterms:W3CDTF">2025-06-25T13:48:52Z</dcterms:modified>
  <cp:category/>
</cp:coreProperties>
</file>