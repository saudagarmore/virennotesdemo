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2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65" r:id="rId4"/>
    <p:sldId id="267" r:id="rId5"/>
    <p:sldId id="268" r:id="rId6"/>
    <p:sldId id="269" r:id="rId7"/>
    <p:sldId id="270" r:id="rId8"/>
    <p:sldId id="259" r:id="rId9"/>
    <p:sldId id="260" r:id="rId10"/>
    <p:sldId id="262" r:id="rId11"/>
    <p:sldId id="261" r:id="rId12"/>
    <p:sldId id="263" r:id="rId13"/>
    <p:sldId id="266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68" autoAdjust="0"/>
    <p:restoredTop sz="94660"/>
  </p:normalViewPr>
  <p:slideViewPr>
    <p:cSldViewPr snapToGrid="0">
      <p:cViewPr varScale="1">
        <p:scale>
          <a:sx n="60" d="100"/>
          <a:sy n="60" d="100"/>
        </p:scale>
        <p:origin x="12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4T10:21:31.375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 contextRef="#ctx0" brushRef="#br0">25-170 0 0,'0'0'723'16,"0"0"-303"-16,4-6 27 0,-4 6-27 0,5-7-21 16,-5 7-11-16,3-7 23 0,-3 7 6 0,4-6-28 15,-4 6-19-15,0 0-29 0,2-8-34 0,-2 8-31 16,0 0-30-16,0 0-14 0,3-5-157 0,-3 5 139 0,0 0-34 16,0 0-22-16,0 0-19 0,0 0-38 0,0 0 7 15,0 0-19-15,0 0-25 0,0 0-22 0,0 0 3 16,0 0-31-16,0 0 7 0,0 0-13 0,0 0-16 15,1 8 16-15,-1-8-1 0,-1 13 40 0,1-4-42 16,-2 0-4-16,1 2 2 0,-3 1 3 0,1 0-7 16,0 3 23-16,-1-2 4 0,0 2-26 0,1-1 12 15,0 3 54-15,-1-2-43 0,2 0 11 0,-2-1-17 16,3 1 5-16,-2-2-37 0,2 0 33 0,-1 0-16 16,1 0 17-16,1-3-8 0,-1 1-11 0,1-3 7 15,0 1-3-15,0-2 6 0,1 0-4 0,-1-7-3 16,2 12 17-16,-2-12-12 0,3 7 10 0,-3-7 7 0,5 6 90 15,-5-6-72-15,7 4 13 0,-7-4 10 0,9 1 6 16,-9-1-25-16,13-3 45 0,-7 0-50 0,2-2-15 16,1 0-11-16,-1 0-2 0,1-3-20 0,-2-1-31 15,3 0-52-15,1-3-25 0,0-1-49 0,0 0-59 16,1-1-86-16,1-1-99 0,1 0-87 0,0 0-125 16,0 2-123-16,-1-2-12 0,-1 2-22 0,2 1-590 15,-2 1-434-15</inkml:trace>
  <inkml:trace contextRef="#ctx0" brushRef="#br0" timeOffset="1">315 39 0 0,'0'0'711'0,"0"0"-276"0,0 0 42 0,0 0-34 0,0 0-98 15,0 0 25-15,0 0-14 0,0 0-25 0,0 0-50 16,0 0-34-16,0 0-42 0,0 0-26 0,0 0-31 16,0 0-27-16,0 0-27 0,0 0-21 0,0 0-3 15,-2 6 21-15,2-6 34 0,0 0 13 0,-4 9-3 16,4-9 6-16,-4 9-1 0,4-9 0 0,-7 10-1 15,3-3-9-15,0-1-18 0,0 2-13 0,1 0-12 16,-1-2-7-16,1 2-19 0,0-1 1 0,-1-1-17 0,1 1-7 16,1-1-10-16,2-6-4 0,-4 10-6 0,4-10-5 15,-3 9 2-15,3-9-5 0,-1 7 6 16,1-7-1-16,0 0 1 0,0 0 8 0,-2 6-1 0,2-6 33 16,0 0 10-16,0 0 7 0,0 0-1 0,0 0-18 15,0 0 1-15,10-3 35 0,-10 3-71 0,9-7 2 16,-4 2-5-16,4 2-2 0,-4-1-9 0,1-1 69 15,-2 0-82-15,2-1 0 0,-1 2-3 0,1-1 4 16,-6 5 8-16,8-7 2 0,-8 7-7 0,7-5-1 16,-7 5 4-16,4-4 1 0,-4 4-8 0,0 0-17 15,0 0 18-15,6-4-4 0,-6 4-148 0,0 0 162 0,0 0 1 16,0 0-2-16,0 0-2 0,0 0 8 0,4 7-7 16,-4-7-1-16,0 0 1 0,-1 7-2 15,1-7-6-15,-2 7 12 0,2-7-2 0,0 8-1 0,0-8-6 16,1 6 15-16,-1-6 31 0,0 0-51 0,0 10 4 15,0-10 4-15,5 4-2 0,-5-4-14 0,0 0 52 16,0 0-30-16,0 0 7 0,3 5-1 0,-3-5 6 16,0 0-6-16,0 0 1 0,11-2 1 0,-11 2-2 15,11-3-21-15,-5-1 15 0,1 0 2 0,0 1-8 16,1-1-14-16,-1-1 146 0,1 1-176 0,-2 0 3 16,1 0 9-16,-7 4 9 0,10-5-13 0,-10 5 1 0,7-3 14 15,-7 3-7-15,0 0 14 0,0 0-11 0,7-4-2 16,-7 4 5-16,0 0-4 0,0 0 16 0,0 0 5 15,0 0-5-15,7 5 5 0,-7-5-2 0,0 0 3 16,0 0-1-16,0 0 3 0,1 6-7 0,-1-6 25 16,0 0-9-16,0 0 3 0,6 4 5 0,-6-4-153 15,0 0 188-15,0 0-5 0,0 0 1 0,10 2-5 16,-10-2-12-16,0 0 1 0,11-3-10 0,-11 3-1 16,8-3-6-16,-8 3-2 0,11-4 0 0,-11 4-4 15,9-3 28-15,-9 3-48 0,9-2-20 0,-9 2 18 16,8-3-6-16,-8 3-2 0,0 0-3 0,8-2-4 15,-8 2-11-15,0 0 8 0,0 0 9 0,0 0-8 0,0 0 0 16,0 0-4-16,11 2 32 0,-11-2-9 16,0 0 17-16,0 0-13 0,0 0 4 0,0 0-1 0,0 0 5 15,0 0 4-15,0 0 0 0,0 0 2 0,0 0 1 16,0 0-2-16,0 0 3 0,7 1-3 0,-7-1-24 16,0 0 39-16,0 0-16 0,0 0-1 0,0 0 3 15,0 0 10-15,11-1-9 0,-11 1-9 0,0 0-16 16,10-3 6-16,-10 3-27 0,7-2-6 0,-7 2-16 15,10-6-17-15,-10 6 9 0,11-2 9 0,-11 2 2 16,10-3 8-16,-10 3 7 0,8-1 8 0,-8 1 10 16,0 0 8-16,0 0 7 0,11 0-10 0,-11 0 36 0,0 0 15 15,0 0 25-15,0 0-12 0,0 0 11 0,0 0-8 16,9-3-3-16,-9 3-35 0,0 0 26 0,0 0-10 16,8-4-3-16,-8 4-1 0,0 0-8 0,8-4 16 15,-8 4 0-15,0 0-10 0,5-5 10 0,-5 5 1 16,0 0-74-16,0 0 86 0,0 0-9 0,0 0 7 15,0 0-22-15,0 0-5 0,5-4-8 0,-5 4 4 16,0 0-10-16,0 0 3 0,0 0-23 0,0 0 19 16,0 0-3-16,0 0 7 0,0 0 0 0,3 5-6 15,-3-5 8-15,0 0-6 0,2 7-3 0,-2-7 4 16,0 0 5-16,1 8 0 0,-1-8 4 0,0 7 1 0,0-7 7 16,-2 7 0-16,2-7-6 0,1 7-3 0,-1-7 7 15,0 0 1-15,1 9 142 0,-1-9-167 0,0 0 14 16,0 7-19-16,0-7-17 0,0 0-17 0,0 0-55 15,0 0-25-15,0 0-93 0,14 1-157 0,-14-1-192 16,15-6-194-16,-6 1-73 0,3-1-776 0,1 0-522 16</inkml:trace>
  <inkml:trace contextRef="#ctx0" brushRef="#br0" timeOffset="2">1050-37 0 0,'0'0'416'0,"-7"3"-113"0,7-3-19 0,0 0 11 0,0 0 7 16,-6 5-8-16,6-5-20 0,0 0-5 0,0 0 6 15,0 0 17-15,0 0 16 0,1 9-3 0,-1-9-6 16,0 0-12-16,8 3-25 0,-8-3-37 0,10 2-13 16,-10-2-31-16,14 0-24 0,-14 0-20 0,14 0-19 15,-5-4-14-15,-1 6-8 0,-8-2-16 0,17-1-5 16,-17 1-24-16,17-2 23 0,-9 0-8 0,-8 2-1 0,17-2 3 16,-17 2 3-16,15-4-72 0,-7 3 91 0,-8 1 1 15,14-5 5-15,-7 3-18 0,-7 2 15 0,13-5-27 16,-6 2 24-16,-2 0-18 0,0-1 37 0,2 0-26 15,-7 4 10-15,10-6-37 0,-5 2-5 0,-5 4 17 16,9-8-23-16,-9 8 13 0,6-8-15 0,-6 8 9 16,6-7-16-16,-6 7 1 0,3-7-1 0,-3 7-9 15,0 0-4-15,4-7-16 0,-4 7 0 0,0 0 2 16,-2-8-21-16,2 8 3 0,-4-6-19 0,4 6-36 16,-7-3 24-16,7 3-22 0,-11-5 10 0,11 5 8 15,-13-4-17-15,13 4 18 0,-13-3-13 0,13 3-5 0,-14-2 4 16,14 2 0-16,-12-2-2 0,12 2 44 0,-12-1-20 15,12 1 9-15,-10-1 1 0,10 1-5 0,-11-1 17 16,11 1 5-16,-10-1 16 0,10 1-26 0,0 0 12 16,-15-1 7-16,15 1 2 0,-10 0-8 0,10 0-8 15,-11 1 13-15,11-1 5 0,-10 2-2 0,10-2-2 16,-15 2-6-16,15-2 14 0,-15 2 37 0,15-2-53 16,-16 4 6-16,9-1-16 0,-1-1 23 0,0 2-10 15,0-2 51-15,-1 2-64 0,1 0-3 0,-1 1 8 16,0 0 16-16,1 1-4 0,-2-2 3 0,1 2 10 15,1 0-3-15,-1 0-5 0,1 2-59 0,0 0 73 0,-1-1-7 16,1 1 41-16,-2 1-44 0,2-1 33 0,-1 2-9 16,1-1-19-16,-1 0 8 0,2 0-2 0,-1 1-15 15,3-1 15-15,0 1-9 0,-2-1 2 0,3-1-11 16,-1 2 62-16,3-2-56 0,0 0-9 0,0-1 8 16,1 1-4-16,1-1 2 0,1 0 38 0,-1-7-38 15,4 14-11-15,-2-7 6 0,2-3-9 0,-1 1 21 16,1-1-15-16,-4-4 1 0,9 8 21 0,-9-8-11 0,12 7-50 15,-12-7 52-15,11 3 0 0,-11-3 2 16,16 1 4-16,-16-1-2 0,17-1-11 0,-6-1 5 16,-1-1 1-16,2 1 0 0,-1-1-17 0,0-1 8 0,2-1 5 15,-1 0-5-15,0 1 140 0,-1-2-165 0,1 1 7 16,-1-1 3-16,-1 1-5 0,-1 1 14 0,-1-1 52 16,0 1-65-16,-3 0 6 0,2 0 10 0,-7 4 0 15,11-5-7-15,-11 5 7 0,7-4-8 0,-7 4 8 16,6-3 2-16,-6 3-7 0,0 0 20 0,0 0-26 15,5-5-10-15,-5 5-12 0,0 0-7 0,0 0-9 16,0 0-9-16,0 0-7 0,0 0-30 0,0 0-3 16,0 0 24-16,0 0 17 0,0 0 8 0,0 0 13 0,0 0 4 15,3 7 7-15,-3-7 7 0,0 0 1 16,-2 7 9-16,2-7 1 0,0 0 16 0,0 8-18 0,0-8 4 16,0 0 1-16,-1 7 2 0,1-7 0 0,0 0 21 15,0 0-17-15,5 7 5 0,-5-7 12 0,0 0 0 16,5 4 16-16,-5-4 2 0,10 2-9 0,-10-2-10 15,12 0 9-15,-12 0-7 0,15-2-2 0,-15 2-4 16,15-3-3-16,-7 0-4 0,-1 0 0 0,2 0-10 16,-1-1 1-16,-1 0-2 0,0 0-1 0,0 1-3 15,-7 3-5-15,11-6 1 0,-11 6-1 0,7-3-9 16,-7 3-85-16,0 0 96 0,7-4-15 0,-7 4 2 0,0 0 8 16,0 0-2-16,0 0 7 0,0 0 10 15,3 7-3-15,-3-7 8 0,0 0-5 0,0 0 9 0,0 7 5 16,0-7 9-16,0 0 8 0,0 0 32 0,0 0-3 15,0 0 6-15,4 5 17 0,-4-5 7 0,0 0-13 16,0 0 2-16,0 0-19 0,7-5 6 0,-7 5-25 16,9 0-6-16,-9 0-7 0,10-3 3 0,-10 3-11 15,10-2-10-15,-10 2-16 0,11-2-7 0,-11 2-10 16,10-5 25-16,-10 5-44 0,10-2-10 0,-10 2 4 16,0 0-10-16,9-1 3 0,-9 1-3 0,0 0-17 15,0 0-6-15,0 0-3 0,10 1-3 0,-10-1 21 0,0 0 4 16,0 0 8-16,0 0 6 0,1 7-2 15,-1-7 6-15,0 0-1 0,0 0 3 0,0 0 2 0,-1 7 8 16,1-7 4-16,0 0 8 0,0 0 15 0,0 0 0 16,0 0-2-16,0 0-9 0,12 0-2 0,-12 0-22 15,5-4-10-15,-5 4-10 0,6-5-8 0,-6 5 9 16,9-5 9-16,-9 5 0 0,8-7 6 0,-8 7 11 16,10-7 2-16,-10 7-8 0,10-7 19 0,-10 7 16 0,7-4 6 15,-7 4 13-15,4-3 14 0,-4 3 15 16,0 0 13-16,7-3-3 0,-7 3 8 0,0 0 8 15,0 0 9-15,0 0 6 0,7-4 4 0,-7 4 6 0,0 0 1 16,0 0 3-16,0 0 7 0,0 0 10 0,8-4-7 16,-8 4-10-16,0 0 110 0,10-3-285 0,-10 3 151 15,0 0-16-15,8-1-9 0,-8 1 2 0,0 0-42 16,0 0 62-16,8-2-28 0,-8 2 0 0,0 0 18 16,6 4-5-16,-6-4 9 0,0 0-10 0,6 4 17 15,-6-4 5-15,0 0 1 0,7 6-9 0,-7-6 17 16,6 5-1-16,-6-5 32 0,8 7 2 0,-8-7-5 0,12 7-27 15,-7-2-8-15,2-3-10 0,-1 3-8 16,2-1-7-16,1-1-12 0,0 0 2 0,0 0-56 16,2 0 80-16,0 1-78 0,0-2-45 0,0 1-30 0,3-2-43 15,-3 1-25-15,3 0-54 0,0 1-41 0,-1-2-97 16,2 1-98-16,1-1-92 0,-1 1-152 0,-5-1-103 16,4-1-37-16,2 2-775 0,-3-1-516 0</inkml:trace>
  <inkml:trace contextRef="#ctx0" brushRef="#br0" timeOffset="3">1566-87 0 0,'0'0'1017'15,"0"0"-495"-15,0 0-28 0,-6-4-59 0,6 4-49 16,0 0-3-16,0 0-38 0,0 0-37 0,0 0-38 0,0 0-31 16,0 0-20-16,0 0-24 0,0 0-24 0,0 0-18 15,0 0-15-15,0 0-13 0,0 0-14 0,1 6-20 16,-1-6-7-16,0 0-10 0,0 0-19 0,0 0-2 16,0 0-6-16,0 0 5 0,0 0 2 0,-1 7-1 15,1-7 1-15,0 0-5 0,0 0-8 0,1 8-7 16,-1-8 2-16,0 0-12 0,0 8 43 0,0-8-57 15,0 0-3-15,-1 9 3 0,1-9-8 0,0 7-2 16,0-7 9-16,0 6-2 0,0-6 1 0,0 0-7 0,0 9-5 16,0-9 8-16,0 0 2 0,0 7-4 15,0-7 6-15,0 0 1 0,0 0 2 0,0 0-8 0,0 0-62 16,0 0 77-16,0 0 17 0,0 0-4 0,0 0 1 16,0 0 2-16,0 0-6 0,0 0 6 0,0 0 10 15,0 0 0-15,0 0-17 0,0 0 0 0,0 0-3 16,0 0-8-16,0 0-6 0,0 0 39 0,1-7-38 15,-1 7-5-15,0 0-14 0,4-7 6 0,-4 7-6 16,3-7 4-16,-3 7 5 0,4-6-12 0,-4 6 11 16,6-5-11-16,-6 5 29 0,7-5-10 0,-7 5-4 15,7-6-8-15,-7 6 4 0,6-3-8 0,-6 3-1 0,10-5-12 16,-10 5 8-16,9-3 0 0,-9 3 3 0,9-3 0 16,-9 3-6-16,8-2 19 0,-8 2 83 15,0 0-120-15,8-2 1 0,-8 2 17 0,0 0-10 0,0 0 11 16,0 0 5-16,6-4 30 0,-6 4-33 0,0 0-7 15,0 0 12-15,0 0-6 0,0 0-6 0,0 0 1 16,0 0-15-16,0 0-3 0,0 0 3 0,0 0-32 16,0 0-17-16,0 0-11 0,0 0-10 0,0 0 14 0,0 0 21 15,0 0 13-15,-8 4 12 0,8-4 12 16,-8 3 1-16,8-3 8 0,-10 4 7 0,10-4 0 16,-14 3 9-16,14-3-2 0,-16 3 3 0,9-1-1 0,-2-1 3 15,-2 1-2-15,3 1-8 0,-3-1-1 0,11-2 1 16,-14 3-5-16,4-2 5 0,10-1-18 0,-13 5 6 15,13-5 0-15,-11 3-2 0,11-3 7 0,-7 3-5 16,7-3 6-16,0 0 2 0,0 0 3 0,-8 2 4 16,8-2 7-16,0 0 0 0,0 0 6 0,0 0 4 15,0 0 3-15,0 0 8 0,0 0-1 0,0 0-14 16,0 0 19-16,0 0-4 0,0 0 0 0,10 1-5 16,-10-1 3-16,0 0-7 0,15-1 7 0,-15 1-3 15,13-1-3-15,-13 1-2 0,16-1 0 0,-16 1-1 16,18-4-5-16,-9 3-3 0,0 0-17 0,1 0 6 0,-1-1-5 15,1 0-12-15,-2 2-13 0,-8 0-12 0,17-2-8 16,-9 1-13-16,-8 1-5 0,14-3-12 0,-14 3-3 16,11-1-56-16,-11 1 64 0,9-2-10 0,-9 2-6 15,0 0-18-15,12-2-21 0,-12 2-43 0,0 0-64 16,9-3-68-16,-9 3-61 0,0 0-29 0,7-4 24 16,-7 4-140-16,4-5-315 0,-4 5-85 0</inkml:trace>
  <inkml:trace contextRef="#ctx0" brushRef="#br0" timeOffset="4">923 24 0 0,'0'0'686'0,"0"0"-405"0,0 0-21 0,0 0 1 16,0 0-13-16,0 0-23 0,0 0-20 15,0 0-24-15,0 0-48 0,-8 2-20 0,8-2-29 16,0 0-14-16,0 0-9 0,0 0-11 0,-3 6-4 0,3-6-10 15,0 0 17-15,0 0-4 0,0 0 10 0,0 0-2 16,0 0 14-16,0 0 22 0,0 0 12 0,0 0 14 16,0 0 13-16,0 0 7 0,0 0 4 0,0 0 3 15,0 0-8-15,0 0 1 0,0 0-4 0,0 0-5 16,0 0-14-16,0 0-17 0,0 0-11 0,5 3-8 16,-5-3-19-16,0 0-6 0,0 0-12 0,13 0 9 15,-13 0-19-15,0 0-13 0,12 0 0 0,-12 0-3 16,11 0-2-16,-11 0 4 0,9-1-9 0,-9 1-5 0,10-2 4 15,-10 2-2-15,0 0 11 0,11-2-10 16,-11 2 3-16,0 0 11 0,9-4 11 0,-9 4 9 0,0 0 7 16,0 0 5-16,6-3-2 0,-6 3-2 0,0 0-12 15,0 0-3-15,0 0-5 0,0 0-9 0,0 0-3 16,0 0-6-16,1-8-4 0,-1 8 4 0,0 0 7 16,0 0-20-16,-2-6-2 0,2 6 4 0,0 0-1 15,0 0 3-15,-1-8-6 0,1 8 0 0,0 0 0 16,0 0 1-16,0 0-2 0,0 0-6 0,0 0 5 15,0 0-1-15,0 0 1 0,0 0 2 0,0 0-4 16,0 0 32-16,0 0 18 0,0 0-9 0,0 0 1 0,0 0 10 16,0 0 10-16,0 0 0 0,0 0 10 15,0 0 7-15,0 0-13 0,0 0-3 0,0 0-4 0,0 0 6 16,0 0-9-16,0 0 4 0,0 0 91 0,0 0-137 16,0 0 14-16,0 0 11 0,0 0-3 0,0 9-3 15,0-9-6-15,0 9-2 0,0-9 2 0,0 9-24 16,0-9-39-16,0 8-66 0,0-8-142 0,-2 8-39 15,2-8-128-15,-1 9-147 0,1-9-142 0,-2 6-51 16,2-6-812-16,-2 9-503 0</inkml:trace>
  <inkml:trace contextRef="#ctx0" brushRef="#br0" timeOffset="5">1650-173 0 0,'0'0'754'0,"0"0"-455"0,0 0-70 0,0 0 61 0,0 0-28 15,0 0-43-15,0 0-41 0,0 0-29 0,0 0-51 16,0 0 47-16,0 0-78 0,0 0-13 0,0 0 9 15,0 0 24-15,0 0 19 0,0 0 9 0,0 0-2 16,0 0 1-16,0 0-3 0,0 0-6 0,-3 5-8 16,3-5-15-16,0 0-17 0,0 0 23 0,0 0-9 15,1 8 2-15,-1-8 8 0,0 0 5 0,0 0-8 16,0 0 4-16,4 5 16 0,-4-5-23 0,0 0-2 0,0 0-26 16,0 0 7-16,7 3-17 0,-7-3-10 15,0 0-4-15,10 0-10 0,-10 0-17 0,8-5-12 0,-8 5-20 16,0 0-5-16,0 0-7 0,12-2-6 0,-12 2 4 15,0 0-15-15,0 0-14 0,6-4 2 0,-6 4-20 16,0 0 20-16,0 0-41 0,0 0 21 0,0 0-22 16,0 0 2-16,0 0 19 0,0 0 1 0,0 0 16 15,3-5 16-15,-3 5 7 0,0 0 11 0,0 0 12 16,0 0-1-16,0 0 15 0,0 0 6 0,0 0 7 16,0 0 14-16,0 0-14 0,0 0-6 0,0 0-97 15,0 0 151-15,0 0 7 0,0 0 17 0,-4 4-4 0,4-4 38 16,0 0-33-16,-4 7-4 0,4-7 13 15,0 0-19-15,-4 8 4 0,4-8-14 0,0 0-24 0,-2 8 6 16,2-8 5-16,0 0-7 0,-1 7-3 0,1-7-41 16,0 0-55-16,0 0-49 0,0 0-104 0,0 9-101 15,0-9-111-15,0 0-46 0,0 0-631 0,0 0-298 16</inkml:trace>
  <inkml:trace contextRef="#ctx0" brushRef="#br0" timeOffset="6">1718-289 0 0,'0'0'1884'15,"0"0"-962"-15,0 0-21 0,0 0-93 0,0 0-93 16,0 0-64-16,0 0-69 0,0 0-46 0,0 0-20 16,0 0-98-16,0 0-90 0,0 0-68 0,0 0-58 0,0 0-60 15,3-7-72-15,-3 7-96 0,0 0-81 0,6-5-83 16,-6 5-81-16,0 0-48 0,4-5-129 0,-4 5-205 16,0 0-128-16,0 0-191 0,0 0-150 0,0 0-550 15,0 0-539-15</inkml:trace>
  <inkml:trace contextRef="#ctx0" brushRef="#br0" timeOffset="7">743-38 0 0,'0'0'687'0,"0"0"-270"0,0 0 23 0,0 0-6 0,0 0-23 16,0 0-21-16,0 0 5 0,0 0-24 0,0 0 5 15,0 0-11-15,0 0-13 0,0 0-9 0,0 0-31 16,0 0-19-16,0 0-14 0,0 0-22 0,0 0-22 16,0 0-31-16,0 0-10 0,0 0-24 0,0 0 13 15,0 0-8-15,0 0-53 0,0 0-9 0,0 0-28 0,0 0-22 16,0 0-7-16,0 0-21 0,-3 7 13 0,3-7-16 15,0 0 7-15,1 9-2 0,-1-9-3 0,1 8-16 16,-1-8 6-16,2 11 9 0,-2-11-60 0,2 10-49 16,-2-10-48-16,3 9-70 0,-3-9-51 0,1 10-145 15,-1-10-76-15,1 9-161 0,-1-9-190 0,-2 7-59 16,2-7-852-16,-2 6-561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4T10:21:42.559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 contextRef="#ctx0" brushRef="#br0">25-170 0 0,'0'0'723'16,"0"0"-303"-16,4-6 27 0,-4 6-27 0,5-7-21 16,-5 7-11-16,3-7 23 0,-3 7 6 0,4-6-28 15,-4 6-19-15,0 0-29 0,2-8-34 0,-2 8-31 16,0 0-30-16,0 0-14 0,3-5-157 0,-3 5 139 0,0 0-34 16,0 0-22-16,0 0-19 0,0 0-38 0,0 0 7 15,0 0-19-15,0 0-25 0,0 0-22 0,0 0 3 16,0 0-31-16,0 0 7 0,0 0-13 0,0 0-16 15,1 8 16-15,-1-8-1 0,-1 13 40 0,1-4-42 16,-2 0-4-16,1 2 2 0,-3 1 3 0,1 0-7 16,0 3 23-16,-1-2 4 0,0 2-26 0,1-1 12 15,0 3 54-15,-1-2-43 0,2 0 11 0,-2-1-17 16,3 1 5-16,-2-2-37 0,2 0 33 0,-1 0-16 16,1 0 17-16,1-3-8 0,-1 1-11 0,1-3 7 15,0 1-3-15,0-2 6 0,1 0-4 0,-1-7-3 16,2 12 17-16,-2-12-12 0,3 7 10 0,-3-7 7 0,5 6 90 15,-5-6-72-15,7 4 13 0,-7-4 10 0,9 1 6 16,-9-1-25-16,13-3 45 0,-7 0-50 0,2-2-15 16,1 0-11-16,-1 0-2 0,1-3-20 0,-2-1-31 15,3 0-52-15,1-3-25 0,0-1-49 0,0 0-59 16,1-1-86-16,1-1-99 0,1 0-87 0,0 0-125 16,0 2-123-16,-1-2-12 0,-1 2-22 0,2 1-590 15,-2 1-434-15</inkml:trace>
  <inkml:trace contextRef="#ctx0" brushRef="#br0" timeOffset="1">315 39 0 0,'0'0'711'0,"0"0"-276"0,0 0 42 0,0 0-34 0,0 0-98 15,0 0 25-15,0 0-14 0,0 0-25 0,0 0-50 16,0 0-34-16,0 0-42 0,0 0-26 0,0 0-31 16,0 0-27-16,0 0-27 0,0 0-21 0,0 0-3 15,-2 6 21-15,2-6 34 0,0 0 13 0,-4 9-3 16,4-9 6-16,-4 9-1 0,4-9 0 0,-7 10-1 15,3-3-9-15,0-1-18 0,0 2-13 0,1 0-12 16,-1-2-7-16,1 2-19 0,0-1 1 0,-1-1-17 0,1 1-7 16,1-1-10-16,2-6-4 0,-4 10-6 0,4-10-5 15,-3 9 2-15,3-9-5 0,-1 7 6 16,1-7-1-16,0 0 1 0,0 0 8 0,-2 6-1 0,2-6 33 16,0 0 10-16,0 0 7 0,0 0-1 0,0 0-18 15,0 0 1-15,10-3 35 0,-10 3-71 0,9-7 2 16,-4 2-5-16,4 2-2 0,-4-1-9 0,1-1 69 15,-2 0-82-15,2-1 0 0,-1 2-3 0,1-1 4 16,-6 5 8-16,8-7 2 0,-8 7-7 0,7-5-1 16,-7 5 4-16,4-4 1 0,-4 4-8 0,0 0-17 15,0 0 18-15,6-4-4 0,-6 4-148 0,0 0 162 0,0 0 1 16,0 0-2-16,0 0-2 0,0 0 8 0,4 7-7 16,-4-7-1-16,0 0 1 0,-1 7-2 15,1-7-6-15,-2 7 12 0,2-7-2 0,0 8-1 0,0-8-6 16,1 6 15-16,-1-6 31 0,0 0-51 0,0 10 4 15,0-10 4-15,5 4-2 0,-5-4-14 0,0 0 52 16,0 0-30-16,0 0 7 0,3 5-1 0,-3-5 6 16,0 0-6-16,0 0 1 0,11-2 1 0,-11 2-2 15,11-3-21-15,-5-1 15 0,1 0 2 0,0 1-8 16,1-1-14-16,-1-1 146 0,1 1-176 0,-2 0 3 16,1 0 9-16,-7 4 9 0,10-5-13 0,-10 5 1 0,7-3 14 15,-7 3-7-15,0 0 14 0,0 0-11 0,7-4-2 16,-7 4 5-16,0 0-4 0,0 0 16 0,0 0 5 15,0 0-5-15,7 5 5 0,-7-5-2 0,0 0 3 16,0 0-1-16,0 0 3 0,1 6-7 0,-1-6 25 16,0 0-9-16,0 0 3 0,6 4 5 0,-6-4-153 15,0 0 188-15,0 0-5 0,0 0 1 0,10 2-5 16,-10-2-12-16,0 0 1 0,11-3-10 0,-11 3-1 16,8-3-6-16,-8 3-2 0,11-4 0 0,-11 4-4 15,9-3 28-15,-9 3-48 0,9-2-20 0,-9 2 18 16,8-3-6-16,-8 3-2 0,0 0-3 0,8-2-4 15,-8 2-11-15,0 0 8 0,0 0 9 0,0 0-8 0,0 0 0 16,0 0-4-16,11 2 32 0,-11-2-9 16,0 0 17-16,0 0-13 0,0 0 4 0,0 0-1 0,0 0 5 15,0 0 4-15,0 0 0 0,0 0 2 0,0 0 1 16,0 0-2-16,0 0 3 0,7 1-3 0,-7-1-24 16,0 0 39-16,0 0-16 0,0 0-1 0,0 0 3 15,0 0 10-15,11-1-9 0,-11 1-9 0,0 0-16 16,10-3 6-16,-10 3-27 0,7-2-6 0,-7 2-16 15,10-6-17-15,-10 6 9 0,11-2 9 0,-11 2 2 16,10-3 8-16,-10 3 7 0,8-1 8 0,-8 1 10 16,0 0 8-16,0 0 7 0,11 0-10 0,-11 0 36 0,0 0 15 15,0 0 25-15,0 0-12 0,0 0 11 0,0 0-8 16,9-3-3-16,-9 3-35 0,0 0 26 0,0 0-10 16,8-4-3-16,-8 4-1 0,0 0-8 0,8-4 16 15,-8 4 0-15,0 0-10 0,5-5 10 0,-5 5 1 16,0 0-74-16,0 0 86 0,0 0-9 0,0 0 7 15,0 0-22-15,0 0-5 0,5-4-8 0,-5 4 4 16,0 0-10-16,0 0 3 0,0 0-23 0,0 0 19 16,0 0-3-16,0 0 7 0,0 0 0 0,3 5-6 15,-3-5 8-15,0 0-6 0,2 7-3 0,-2-7 4 16,0 0 5-16,1 8 0 0,-1-8 4 0,0 7 1 0,0-7 7 16,-2 7 0-16,2-7-6 0,1 7-3 0,-1-7 7 15,0 0 1-15,1 9 142 0,-1-9-167 0,0 0 14 16,0 7-19-16,0-7-17 0,0 0-17 0,0 0-55 15,0 0-25-15,0 0-93 0,14 1-157 0,-14-1-192 16,15-6-194-16,-6 1-73 0,3-1-776 0,1 0-522 16</inkml:trace>
  <inkml:trace contextRef="#ctx0" brushRef="#br0" timeOffset="2">1050-37 0 0,'0'0'416'0,"-7"3"-113"0,7-3-19 0,0 0 11 0,0 0 7 16,-6 5-8-16,6-5-20 0,0 0-5 0,0 0 6 15,0 0 17-15,0 0 16 0,1 9-3 0,-1-9-6 16,0 0-12-16,8 3-25 0,-8-3-37 0,10 2-13 16,-10-2-31-16,14 0-24 0,-14 0-20 0,14 0-19 15,-5-4-14-15,-1 6-8 0,-8-2-16 0,17-1-5 16,-17 1-24-16,17-2 23 0,-9 0-8 0,-8 2-1 0,17-2 3 16,-17 2 3-16,15-4-72 0,-7 3 91 0,-8 1 1 15,14-5 5-15,-7 3-18 0,-7 2 15 0,13-5-27 16,-6 2 24-16,-2 0-18 0,0-1 37 0,2 0-26 15,-7 4 10-15,10-6-37 0,-5 2-5 0,-5 4 17 16,9-8-23-16,-9 8 13 0,6-8-15 0,-6 8 9 16,6-7-16-16,-6 7 1 0,3-7-1 0,-3 7-9 15,0 0-4-15,4-7-16 0,-4 7 0 0,0 0 2 16,-2-8-21-16,2 8 3 0,-4-6-19 0,4 6-36 16,-7-3 24-16,7 3-22 0,-11-5 10 0,11 5 8 15,-13-4-17-15,13 4 18 0,-13-3-13 0,13 3-5 0,-14-2 4 16,14 2 0-16,-12-2-2 0,12 2 44 0,-12-1-20 15,12 1 9-15,-10-1 1 0,10 1-5 0,-11-1 17 16,11 1 5-16,-10-1 16 0,10 1-26 0,0 0 12 16,-15-1 7-16,15 1 2 0,-10 0-8 0,10 0-8 15,-11 1 13-15,11-1 5 0,-10 2-2 0,10-2-2 16,-15 2-6-16,15-2 14 0,-15 2 37 0,15-2-53 16,-16 4 6-16,9-1-16 0,-1-1 23 0,0 2-10 15,0-2 51-15,-1 2-64 0,1 0-3 0,-1 1 8 16,0 0 16-16,1 1-4 0,-2-2 3 0,1 2 10 15,1 0-3-15,-1 0-5 0,1 2-59 0,0 0 73 0,-1-1-7 16,1 1 41-16,-2 1-44 0,2-1 33 0,-1 2-9 16,1-1-19-16,-1 0 8 0,2 0-2 0,-1 1-15 15,3-1 15-15,0 1-9 0,-2-1 2 0,3-1-11 16,-1 2 62-16,3-2-56 0,0 0-9 0,0-1 8 16,1 1-4-16,1-1 2 0,1 0 38 0,-1-7-38 15,4 14-11-15,-2-7 6 0,2-3-9 0,-1 1 21 16,1-1-15-16,-4-4 1 0,9 8 21 0,-9-8-11 0,12 7-50 15,-12-7 52-15,11 3 0 0,-11-3 2 16,16 1 4-16,-16-1-2 0,17-1-11 0,-6-1 5 16,-1-1 1-16,2 1 0 0,-1-1-17 0,0-1 8 0,2-1 5 15,-1 0-5-15,0 1 140 0,-1-2-165 0,1 1 7 16,-1-1 3-16,-1 1-5 0,-1 1 14 0,-1-1 52 16,0 1-65-16,-3 0 6 0,2 0 10 0,-7 4 0 15,11-5-7-15,-11 5 7 0,7-4-8 0,-7 4 8 16,6-3 2-16,-6 3-7 0,0 0 20 0,0 0-26 15,5-5-10-15,-5 5-12 0,0 0-7 0,0 0-9 16,0 0-9-16,0 0-7 0,0 0-30 0,0 0-3 16,0 0 24-16,0 0 17 0,0 0 8 0,0 0 13 0,0 0 4 15,3 7 7-15,-3-7 7 0,0 0 1 16,-2 7 9-16,2-7 1 0,0 0 16 0,0 8-18 0,0-8 4 16,0 0 1-16,-1 7 2 0,1-7 0 0,0 0 21 15,0 0-17-15,5 7 5 0,-5-7 12 0,0 0 0 16,5 4 16-16,-5-4 2 0,10 2-9 0,-10-2-10 15,12 0 9-15,-12 0-7 0,15-2-2 0,-15 2-4 16,15-3-3-16,-7 0-4 0,-1 0 0 0,2 0-10 16,-1-1 1-16,-1 0-2 0,0 0-1 0,0 1-3 15,-7 3-5-15,11-6 1 0,-11 6-1 0,7-3-9 16,-7 3-85-16,0 0 96 0,7-4-15 0,-7 4 2 0,0 0 8 16,0 0-2-16,0 0 7 0,0 0 10 15,3 7-3-15,-3-7 8 0,0 0-5 0,0 0 9 0,0 7 5 16,0-7 9-16,0 0 8 0,0 0 32 0,0 0-3 15,0 0 6-15,4 5 17 0,-4-5 7 0,0 0-13 16,0 0 2-16,0 0-19 0,7-5 6 0,-7 5-25 16,9 0-6-16,-9 0-7 0,10-3 3 0,-10 3-11 15,10-2-10-15,-10 2-16 0,11-2-7 0,-11 2-10 16,10-5 25-16,-10 5-44 0,10-2-10 0,-10 2 4 16,0 0-10-16,9-1 3 0,-9 1-3 0,0 0-17 15,0 0-6-15,0 0-3 0,10 1-3 0,-10-1 21 0,0 0 4 16,0 0 8-16,0 0 6 0,1 7-2 15,-1-7 6-15,0 0-1 0,0 0 3 0,0 0 2 0,-1 7 8 16,1-7 4-16,0 0 8 0,0 0 15 0,0 0 0 16,0 0-2-16,0 0-9 0,12 0-2 0,-12 0-22 15,5-4-10-15,-5 4-10 0,6-5-8 0,-6 5 9 16,9-5 9-16,-9 5 0 0,8-7 6 0,-8 7 11 16,10-7 2-16,-10 7-8 0,10-7 19 0,-10 7 16 0,7-4 6 15,-7 4 13-15,4-3 14 0,-4 3 15 16,0 0 13-16,7-3-3 0,-7 3 8 0,0 0 8 15,0 0 9-15,0 0 6 0,7-4 4 0,-7 4 6 0,0 0 1 16,0 0 3-16,0 0 7 0,0 0 10 0,8-4-7 16,-8 4-10-16,0 0 110 0,10-3-285 0,-10 3 151 15,0 0-16-15,8-1-9 0,-8 1 2 0,0 0-42 16,0 0 62-16,8-2-28 0,-8 2 0 0,0 0 18 16,6 4-5-16,-6-4 9 0,0 0-10 0,6 4 17 15,-6-4 5-15,0 0 1 0,7 6-9 0,-7-6 17 16,6 5-1-16,-6-5 32 0,8 7 2 0,-8-7-5 0,12 7-27 15,-7-2-8-15,2-3-10 0,-1 3-8 16,2-1-7-16,1-1-12 0,0 0 2 0,0 0-56 16,2 0 80-16,0 1-78 0,0-2-45 0,0 1-30 0,3-2-43 15,-3 1-25-15,3 0-54 0,0 1-41 0,-1-2-97 16,2 1-98-16,1-1-92 0,-1 1-152 0,-5-1-103 16,4-1-37-16,2 2-775 0,-3-1-516 0</inkml:trace>
  <inkml:trace contextRef="#ctx0" brushRef="#br0" timeOffset="3">1566-87 0 0,'0'0'1017'15,"0"0"-495"-15,0 0-28 0,-6-4-59 0,6 4-49 16,0 0-3-16,0 0-38 0,0 0-37 0,0 0-38 0,0 0-31 16,0 0-20-16,0 0-24 0,0 0-24 0,0 0-18 15,0 0-15-15,0 0-13 0,0 0-14 0,1 6-20 16,-1-6-7-16,0 0-10 0,0 0-19 0,0 0-2 16,0 0-6-16,0 0 5 0,0 0 2 0,-1 7-1 15,1-7 1-15,0 0-5 0,0 0-8 0,1 8-7 16,-1-8 2-16,0 0-12 0,0 8 43 0,0-8-57 15,0 0-3-15,-1 9 3 0,1-9-8 0,0 7-2 16,0-7 9-16,0 6-2 0,0-6 1 0,0 0-7 0,0 9-5 16,0-9 8-16,0 0 2 0,0 7-4 15,0-7 6-15,0 0 1 0,0 0 2 0,0 0-8 0,0 0-62 16,0 0 77-16,0 0 17 0,0 0-4 0,0 0 1 16,0 0 2-16,0 0-6 0,0 0 6 0,0 0 10 15,0 0 0-15,0 0-17 0,0 0 0 0,0 0-3 16,0 0-8-16,0 0-6 0,0 0 39 0,1-7-38 15,-1 7-5-15,0 0-14 0,4-7 6 0,-4 7-6 16,3-7 4-16,-3 7 5 0,4-6-12 0,-4 6 11 16,6-5-11-16,-6 5 29 0,7-5-10 0,-7 5-4 15,7-6-8-15,-7 6 4 0,6-3-8 0,-6 3-1 0,10-5-12 16,-10 5 8-16,9-3 0 0,-9 3 3 0,9-3 0 16,-9 3-6-16,8-2 19 0,-8 2 83 15,0 0-120-15,8-2 1 0,-8 2 17 0,0 0-10 0,0 0 11 16,0 0 5-16,6-4 30 0,-6 4-33 0,0 0-7 15,0 0 12-15,0 0-6 0,0 0-6 0,0 0 1 16,0 0-15-16,0 0-3 0,0 0 3 0,0 0-32 16,0 0-17-16,0 0-11 0,0 0-10 0,0 0 14 0,0 0 21 15,0 0 13-15,-8 4 12 0,8-4 12 16,-8 3 1-16,8-3 8 0,-10 4 7 0,10-4 0 16,-14 3 9-16,14-3-2 0,-16 3 3 0,9-1-1 0,-2-1 3 15,-2 1-2-15,3 1-8 0,-3-1-1 0,11-2 1 16,-14 3-5-16,4-2 5 0,10-1-18 0,-13 5 6 15,13-5 0-15,-11 3-2 0,11-3 7 0,-7 3-5 16,7-3 6-16,0 0 2 0,0 0 3 0,-8 2 4 16,8-2 7-16,0 0 0 0,0 0 6 0,0 0 4 15,0 0 3-15,0 0 8 0,0 0-1 0,0 0-14 16,0 0 19-16,0 0-4 0,0 0 0 0,10 1-5 16,-10-1 3-16,0 0-7 0,15-1 7 0,-15 1-3 15,13-1-3-15,-13 1-2 0,16-1 0 0,-16 1-1 16,18-4-5-16,-9 3-3 0,0 0-17 0,1 0 6 0,-1-1-5 15,1 0-12-15,-2 2-13 0,-8 0-12 0,17-2-8 16,-9 1-13-16,-8 1-5 0,14-3-12 0,-14 3-3 16,11-1-56-16,-11 1 64 0,9-2-10 0,-9 2-6 15,0 0-18-15,12-2-21 0,-12 2-43 0,0 0-64 16,9-3-68-16,-9 3-61 0,0 0-29 0,7-4 24 16,-7 4-140-16,4-5-315 0,-4 5-85 0</inkml:trace>
  <inkml:trace contextRef="#ctx0" brushRef="#br0" timeOffset="4">923 24 0 0,'0'0'686'0,"0"0"-405"0,0 0-21 0,0 0 1 16,0 0-13-16,0 0-23 0,0 0-20 15,0 0-24-15,0 0-48 0,-8 2-20 0,8-2-29 16,0 0-14-16,0 0-9 0,0 0-11 0,-3 6-4 0,3-6-10 15,0 0 17-15,0 0-4 0,0 0 10 0,0 0-2 16,0 0 14-16,0 0 22 0,0 0 12 0,0 0 14 16,0 0 13-16,0 0 7 0,0 0 4 0,0 0 3 15,0 0-8-15,0 0 1 0,0 0-4 0,0 0-5 16,0 0-14-16,0 0-17 0,0 0-11 0,5 3-8 16,-5-3-19-16,0 0-6 0,0 0-12 0,13 0 9 15,-13 0-19-15,0 0-13 0,12 0 0 0,-12 0-3 16,11 0-2-16,-11 0 4 0,9-1-9 0,-9 1-5 0,10-2 4 15,-10 2-2-15,0 0 11 0,11-2-10 16,-11 2 3-16,0 0 11 0,9-4 11 0,-9 4 9 0,0 0 7 16,0 0 5-16,6-3-2 0,-6 3-2 0,0 0-12 15,0 0-3-15,0 0-5 0,0 0-9 0,0 0-3 16,0 0-6-16,1-8-4 0,-1 8 4 0,0 0 7 16,0 0-20-16,-2-6-2 0,2 6 4 0,0 0-1 15,0 0 3-15,-1-8-6 0,1 8 0 0,0 0 0 16,0 0 1-16,0 0-2 0,0 0-6 0,0 0 5 15,0 0-1-15,0 0 1 0,0 0 2 0,0 0-4 16,0 0 32-16,0 0 18 0,0 0-9 0,0 0 1 0,0 0 10 16,0 0 10-16,0 0 0 0,0 0 10 15,0 0 7-15,0 0-13 0,0 0-3 0,0 0-4 0,0 0 6 16,0 0-9-16,0 0 4 0,0 0 91 0,0 0-137 16,0 0 14-16,0 0 11 0,0 0-3 0,0 9-3 15,0-9-6-15,0 9-2 0,0-9 2 0,0 9-24 16,0-9-39-16,0 8-66 0,0-8-142 0,-2 8-39 15,2-8-128-15,-1 9-147 0,1-9-142 0,-2 6-51 16,2-6-812-16,-2 9-503 0</inkml:trace>
  <inkml:trace contextRef="#ctx0" brushRef="#br0" timeOffset="5">1650-173 0 0,'0'0'754'0,"0"0"-455"0,0 0-70 0,0 0 61 0,0 0-28 15,0 0-43-15,0 0-41 0,0 0-29 0,0 0-51 16,0 0 47-16,0 0-78 0,0 0-13 0,0 0 9 15,0 0 24-15,0 0 19 0,0 0 9 0,0 0-2 16,0 0 1-16,0 0-3 0,0 0-6 0,-3 5-8 16,3-5-15-16,0 0-17 0,0 0 23 0,0 0-9 15,1 8 2-15,-1-8 8 0,0 0 5 0,0 0-8 16,0 0 4-16,4 5 16 0,-4-5-23 0,0 0-2 0,0 0-26 16,0 0 7-16,7 3-17 0,-7-3-10 15,0 0-4-15,10 0-10 0,-10 0-17 0,8-5-12 0,-8 5-20 16,0 0-5-16,0 0-7 0,12-2-6 0,-12 2 4 15,0 0-15-15,0 0-14 0,6-4 2 0,-6 4-20 16,0 0 20-16,0 0-41 0,0 0 21 0,0 0-22 16,0 0 2-16,0 0 19 0,0 0 1 0,0 0 16 15,3-5 16-15,-3 5 7 0,0 0 11 0,0 0 12 16,0 0-1-16,0 0 15 0,0 0 6 0,0 0 7 16,0 0 14-16,0 0-14 0,0 0-6 0,0 0-97 15,0 0 151-15,0 0 7 0,0 0 17 0,-4 4-4 0,4-4 38 16,0 0-33-16,-4 7-4 0,4-7 13 15,0 0-19-15,-4 8 4 0,4-8-14 0,0 0-24 0,-2 8 6 16,2-8 5-16,0 0-7 0,-1 7-3 0,1-7-41 16,0 0-55-16,0 0-49 0,0 0-104 0,0 9-101 15,0-9-111-15,0 0-46 0,0 0-631 0,0 0-298 16</inkml:trace>
  <inkml:trace contextRef="#ctx0" brushRef="#br0" timeOffset="6">1718-289 0 0,'0'0'1884'15,"0"0"-962"-15,0 0-21 0,0 0-93 0,0 0-93 16,0 0-64-16,0 0-69 0,0 0-46 0,0 0-20 16,0 0-98-16,0 0-90 0,0 0-68 0,0 0-58 0,0 0-60 15,3-7-72-15,-3 7-96 0,0 0-81 0,6-5-83 16,-6 5-81-16,0 0-48 0,4-5-129 0,-4 5-205 16,0 0-128-16,0 0-191 0,0 0-150 0,0 0-550 15,0 0-539-15</inkml:trace>
  <inkml:trace contextRef="#ctx0" brushRef="#br0" timeOffset="7">743-38 0 0,'0'0'687'0,"0"0"-270"0,0 0 23 0,0 0-6 0,0 0-23 16,0 0-21-16,0 0 5 0,0 0-24 0,0 0 5 15,0 0-11-15,0 0-13 0,0 0-9 0,0 0-31 16,0 0-19-16,0 0-14 0,0 0-22 0,0 0-22 16,0 0-31-16,0 0-10 0,0 0-24 0,0 0 13 15,0 0-8-15,0 0-53 0,0 0-9 0,0 0-28 0,0 0-22 16,0 0-7-16,0 0-21 0,-3 7 13 0,3-7-16 15,0 0 7-15,1 9-2 0,-1-9-3 0,1 8-16 16,-1-8 6-16,2 11 9 0,-2-11-60 0,2 10-49 16,-2-10-48-16,3 9-70 0,-3-9-51 0,1 10-145 15,-1-10-76-15,1 9-161 0,-1-9-190 0,-2 7-59 16,2-7-852-16,-2 6-561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4T10:21:50.709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 contextRef="#ctx0" brushRef="#br0">25-170 0 0,'0'0'723'16,"0"0"-303"-16,4-6 27 0,-4 6-27 0,5-7-21 16,-5 7-11-16,3-7 23 0,-3 7 6 0,4-6-28 15,-4 6-19-15,0 0-29 0,2-8-34 0,-2 8-31 16,0 0-30-16,0 0-14 0,3-5-157 0,-3 5 139 0,0 0-34 16,0 0-22-16,0 0-19 0,0 0-38 0,0 0 7 15,0 0-19-15,0 0-25 0,0 0-22 0,0 0 3 16,0 0-31-16,0 0 7 0,0 0-13 0,0 0-16 15,1 8 16-15,-1-8-1 0,-1 13 40 0,1-4-42 16,-2 0-4-16,1 2 2 0,-3 1 3 0,1 0-7 16,0 3 23-16,-1-2 4 0,0 2-26 0,1-1 12 15,0 3 54-15,-1-2-43 0,2 0 11 0,-2-1-17 16,3 1 5-16,-2-2-37 0,2 0 33 0,-1 0-16 16,1 0 17-16,1-3-8 0,-1 1-11 0,1-3 7 15,0 1-3-15,0-2 6 0,1 0-4 0,-1-7-3 16,2 12 17-16,-2-12-12 0,3 7 10 0,-3-7 7 0,5 6 90 15,-5-6-72-15,7 4 13 0,-7-4 10 0,9 1 6 16,-9-1-25-16,13-3 45 0,-7 0-50 0,2-2-15 16,1 0-11-16,-1 0-2 0,1-3-20 0,-2-1-31 15,3 0-52-15,1-3-25 0,0-1-49 0,0 0-59 16,1-1-86-16,1-1-99 0,1 0-87 0,0 0-125 16,0 2-123-16,-1-2-12 0,-1 2-22 0,2 1-590 15,-2 1-434-15</inkml:trace>
  <inkml:trace contextRef="#ctx0" brushRef="#br0" timeOffset="1">315 39 0 0,'0'0'711'0,"0"0"-276"0,0 0 42 0,0 0-34 0,0 0-98 15,0 0 25-15,0 0-14 0,0 0-25 0,0 0-50 16,0 0-34-16,0 0-42 0,0 0-26 0,0 0-31 16,0 0-27-16,0 0-27 0,0 0-21 0,0 0-3 15,-2 6 21-15,2-6 34 0,0 0 13 0,-4 9-3 16,4-9 6-16,-4 9-1 0,4-9 0 0,-7 10-1 15,3-3-9-15,0-1-18 0,0 2-13 0,1 0-12 16,-1-2-7-16,1 2-19 0,0-1 1 0,-1-1-17 0,1 1-7 16,1-1-10-16,2-6-4 0,-4 10-6 0,4-10-5 15,-3 9 2-15,3-9-5 0,-1 7 6 16,1-7-1-16,0 0 1 0,0 0 8 0,-2 6-1 0,2-6 33 16,0 0 10-16,0 0 7 0,0 0-1 0,0 0-18 15,0 0 1-15,10-3 35 0,-10 3-71 0,9-7 2 16,-4 2-5-16,4 2-2 0,-4-1-9 0,1-1 69 15,-2 0-82-15,2-1 0 0,-1 2-3 0,1-1 4 16,-6 5 8-16,8-7 2 0,-8 7-7 0,7-5-1 16,-7 5 4-16,4-4 1 0,-4 4-8 0,0 0-17 15,0 0 18-15,6-4-4 0,-6 4-148 0,0 0 162 0,0 0 1 16,0 0-2-16,0 0-2 0,0 0 8 0,4 7-7 16,-4-7-1-16,0 0 1 0,-1 7-2 15,1-7-6-15,-2 7 12 0,2-7-2 0,0 8-1 0,0-8-6 16,1 6 15-16,-1-6 31 0,0 0-51 0,0 10 4 15,0-10 4-15,5 4-2 0,-5-4-14 0,0 0 52 16,0 0-30-16,0 0 7 0,3 5-1 0,-3-5 6 16,0 0-6-16,0 0 1 0,11-2 1 0,-11 2-2 15,11-3-21-15,-5-1 15 0,1 0 2 0,0 1-8 16,1-1-14-16,-1-1 146 0,1 1-176 0,-2 0 3 16,1 0 9-16,-7 4 9 0,10-5-13 0,-10 5 1 0,7-3 14 15,-7 3-7-15,0 0 14 0,0 0-11 0,7-4-2 16,-7 4 5-16,0 0-4 0,0 0 16 0,0 0 5 15,0 0-5-15,7 5 5 0,-7-5-2 0,0 0 3 16,0 0-1-16,0 0 3 0,1 6-7 0,-1-6 25 16,0 0-9-16,0 0 3 0,6 4 5 0,-6-4-153 15,0 0 188-15,0 0-5 0,0 0 1 0,10 2-5 16,-10-2-12-16,0 0 1 0,11-3-10 0,-11 3-1 16,8-3-6-16,-8 3-2 0,11-4 0 0,-11 4-4 15,9-3 28-15,-9 3-48 0,9-2-20 0,-9 2 18 16,8-3-6-16,-8 3-2 0,0 0-3 0,8-2-4 15,-8 2-11-15,0 0 8 0,0 0 9 0,0 0-8 0,0 0 0 16,0 0-4-16,11 2 32 0,-11-2-9 16,0 0 17-16,0 0-13 0,0 0 4 0,0 0-1 0,0 0 5 15,0 0 4-15,0 0 0 0,0 0 2 0,0 0 1 16,0 0-2-16,0 0 3 0,7 1-3 0,-7-1-24 16,0 0 39-16,0 0-16 0,0 0-1 0,0 0 3 15,0 0 10-15,11-1-9 0,-11 1-9 0,0 0-16 16,10-3 6-16,-10 3-27 0,7-2-6 0,-7 2-16 15,10-6-17-15,-10 6 9 0,11-2 9 0,-11 2 2 16,10-3 8-16,-10 3 7 0,8-1 8 0,-8 1 10 16,0 0 8-16,0 0 7 0,11 0-10 0,-11 0 36 0,0 0 15 15,0 0 25-15,0 0-12 0,0 0 11 0,0 0-8 16,9-3-3-16,-9 3-35 0,0 0 26 0,0 0-10 16,8-4-3-16,-8 4-1 0,0 0-8 0,8-4 16 15,-8 4 0-15,0 0-10 0,5-5 10 0,-5 5 1 16,0 0-74-16,0 0 86 0,0 0-9 0,0 0 7 15,0 0-22-15,0 0-5 0,5-4-8 0,-5 4 4 16,0 0-10-16,0 0 3 0,0 0-23 0,0 0 19 16,0 0-3-16,0 0 7 0,0 0 0 0,3 5-6 15,-3-5 8-15,0 0-6 0,2 7-3 0,-2-7 4 16,0 0 5-16,1 8 0 0,-1-8 4 0,0 7 1 0,0-7 7 16,-2 7 0-16,2-7-6 0,1 7-3 0,-1-7 7 15,0 0 1-15,1 9 142 0,-1-9-167 0,0 0 14 16,0 7-19-16,0-7-17 0,0 0-17 0,0 0-55 15,0 0-25-15,0 0-93 0,14 1-157 0,-14-1-192 16,15-6-194-16,-6 1-73 0,3-1-776 0,1 0-522 16</inkml:trace>
  <inkml:trace contextRef="#ctx0" brushRef="#br0" timeOffset="2">1050-37 0 0,'0'0'416'0,"-7"3"-113"0,7-3-19 0,0 0 11 0,0 0 7 16,-6 5-8-16,6-5-20 0,0 0-5 0,0 0 6 15,0 0 17-15,0 0 16 0,1 9-3 0,-1-9-6 16,0 0-12-16,8 3-25 0,-8-3-37 0,10 2-13 16,-10-2-31-16,14 0-24 0,-14 0-20 0,14 0-19 15,-5-4-14-15,-1 6-8 0,-8-2-16 0,17-1-5 16,-17 1-24-16,17-2 23 0,-9 0-8 0,-8 2-1 0,17-2 3 16,-17 2 3-16,15-4-72 0,-7 3 91 0,-8 1 1 15,14-5 5-15,-7 3-18 0,-7 2 15 0,13-5-27 16,-6 2 24-16,-2 0-18 0,0-1 37 0,2 0-26 15,-7 4 10-15,10-6-37 0,-5 2-5 0,-5 4 17 16,9-8-23-16,-9 8 13 0,6-8-15 0,-6 8 9 16,6-7-16-16,-6 7 1 0,3-7-1 0,-3 7-9 15,0 0-4-15,4-7-16 0,-4 7 0 0,0 0 2 16,-2-8-21-16,2 8 3 0,-4-6-19 0,4 6-36 16,-7-3 24-16,7 3-22 0,-11-5 10 0,11 5 8 15,-13-4-17-15,13 4 18 0,-13-3-13 0,13 3-5 0,-14-2 4 16,14 2 0-16,-12-2-2 0,12 2 44 0,-12-1-20 15,12 1 9-15,-10-1 1 0,10 1-5 0,-11-1 17 16,11 1 5-16,-10-1 16 0,10 1-26 0,0 0 12 16,-15-1 7-16,15 1 2 0,-10 0-8 0,10 0-8 15,-11 1 13-15,11-1 5 0,-10 2-2 0,10-2-2 16,-15 2-6-16,15-2 14 0,-15 2 37 0,15-2-53 16,-16 4 6-16,9-1-16 0,-1-1 23 0,0 2-10 15,0-2 51-15,-1 2-64 0,1 0-3 0,-1 1 8 16,0 0 16-16,1 1-4 0,-2-2 3 0,1 2 10 15,1 0-3-15,-1 0-5 0,1 2-59 0,0 0 73 0,-1-1-7 16,1 1 41-16,-2 1-44 0,2-1 33 0,-1 2-9 16,1-1-19-16,-1 0 8 0,2 0-2 0,-1 1-15 15,3-1 15-15,0 1-9 0,-2-1 2 0,3-1-11 16,-1 2 62-16,3-2-56 0,0 0-9 0,0-1 8 16,1 1-4-16,1-1 2 0,1 0 38 0,-1-7-38 15,4 14-11-15,-2-7 6 0,2-3-9 0,-1 1 21 16,1-1-15-16,-4-4 1 0,9 8 21 0,-9-8-11 0,12 7-50 15,-12-7 52-15,11 3 0 0,-11-3 2 16,16 1 4-16,-16-1-2 0,17-1-11 0,-6-1 5 16,-1-1 1-16,2 1 0 0,-1-1-17 0,0-1 8 0,2-1 5 15,-1 0-5-15,0 1 140 0,-1-2-165 0,1 1 7 16,-1-1 3-16,-1 1-5 0,-1 1 14 0,-1-1 52 16,0 1-65-16,-3 0 6 0,2 0 10 0,-7 4 0 15,11-5-7-15,-11 5 7 0,7-4-8 0,-7 4 8 16,6-3 2-16,-6 3-7 0,0 0 20 0,0 0-26 15,5-5-10-15,-5 5-12 0,0 0-7 0,0 0-9 16,0 0-9-16,0 0-7 0,0 0-30 0,0 0-3 16,0 0 24-16,0 0 17 0,0 0 8 0,0 0 13 0,0 0 4 15,3 7 7-15,-3-7 7 0,0 0 1 16,-2 7 9-16,2-7 1 0,0 0 16 0,0 8-18 0,0-8 4 16,0 0 1-16,-1 7 2 0,1-7 0 0,0 0 21 15,0 0-17-15,5 7 5 0,-5-7 12 0,0 0 0 16,5 4 16-16,-5-4 2 0,10 2-9 0,-10-2-10 15,12 0 9-15,-12 0-7 0,15-2-2 0,-15 2-4 16,15-3-3-16,-7 0-4 0,-1 0 0 0,2 0-10 16,-1-1 1-16,-1 0-2 0,0 0-1 0,0 1-3 15,-7 3-5-15,11-6 1 0,-11 6-1 0,7-3-9 16,-7 3-85-16,0 0 96 0,7-4-15 0,-7 4 2 0,0 0 8 16,0 0-2-16,0 0 7 0,0 0 10 15,3 7-3-15,-3-7 8 0,0 0-5 0,0 0 9 0,0 7 5 16,0-7 9-16,0 0 8 0,0 0 32 0,0 0-3 15,0 0 6-15,4 5 17 0,-4-5 7 0,0 0-13 16,0 0 2-16,0 0-19 0,7-5 6 0,-7 5-25 16,9 0-6-16,-9 0-7 0,10-3 3 0,-10 3-11 15,10-2-10-15,-10 2-16 0,11-2-7 0,-11 2-10 16,10-5 25-16,-10 5-44 0,10-2-10 0,-10 2 4 16,0 0-10-16,9-1 3 0,-9 1-3 0,0 0-17 15,0 0-6-15,0 0-3 0,10 1-3 0,-10-1 21 0,0 0 4 16,0 0 8-16,0 0 6 0,1 7-2 15,-1-7 6-15,0 0-1 0,0 0 3 0,0 0 2 0,-1 7 8 16,1-7 4-16,0 0 8 0,0 0 15 0,0 0 0 16,0 0-2-16,0 0-9 0,12 0-2 0,-12 0-22 15,5-4-10-15,-5 4-10 0,6-5-8 0,-6 5 9 16,9-5 9-16,-9 5 0 0,8-7 6 0,-8 7 11 16,10-7 2-16,-10 7-8 0,10-7 19 0,-10 7 16 0,7-4 6 15,-7 4 13-15,4-3 14 0,-4 3 15 16,0 0 13-16,7-3-3 0,-7 3 8 0,0 0 8 15,0 0 9-15,0 0 6 0,7-4 4 0,-7 4 6 0,0 0 1 16,0 0 3-16,0 0 7 0,0 0 10 0,8-4-7 16,-8 4-10-16,0 0 110 0,10-3-285 0,-10 3 151 15,0 0-16-15,8-1-9 0,-8 1 2 0,0 0-42 16,0 0 62-16,8-2-28 0,-8 2 0 0,0 0 18 16,6 4-5-16,-6-4 9 0,0 0-10 0,6 4 17 15,-6-4 5-15,0 0 1 0,7 6-9 0,-7-6 17 16,6 5-1-16,-6-5 32 0,8 7 2 0,-8-7-5 0,12 7-27 15,-7-2-8-15,2-3-10 0,-1 3-8 16,2-1-7-16,1-1-12 0,0 0 2 0,0 0-56 16,2 0 80-16,0 1-78 0,0-2-45 0,0 1-30 0,3-2-43 15,-3 1-25-15,3 0-54 0,0 1-41 0,-1-2-97 16,2 1-98-16,1-1-92 0,-1 1-152 0,-5-1-103 16,4-1-37-16,2 2-775 0,-3-1-516 0</inkml:trace>
  <inkml:trace contextRef="#ctx0" brushRef="#br0" timeOffset="3">1566-87 0 0,'0'0'1017'15,"0"0"-495"-15,0 0-28 0,-6-4-59 0,6 4-49 16,0 0-3-16,0 0-38 0,0 0-37 0,0 0-38 0,0 0-31 16,0 0-20-16,0 0-24 0,0 0-24 0,0 0-18 15,0 0-15-15,0 0-13 0,0 0-14 0,1 6-20 16,-1-6-7-16,0 0-10 0,0 0-19 0,0 0-2 16,0 0-6-16,0 0 5 0,0 0 2 0,-1 7-1 15,1-7 1-15,0 0-5 0,0 0-8 0,1 8-7 16,-1-8 2-16,0 0-12 0,0 8 43 0,0-8-57 15,0 0-3-15,-1 9 3 0,1-9-8 0,0 7-2 16,0-7 9-16,0 6-2 0,0-6 1 0,0 0-7 0,0 9-5 16,0-9 8-16,0 0 2 0,0 7-4 15,0-7 6-15,0 0 1 0,0 0 2 0,0 0-8 0,0 0-62 16,0 0 77-16,0 0 17 0,0 0-4 0,0 0 1 16,0 0 2-16,0 0-6 0,0 0 6 0,0 0 10 15,0 0 0-15,0 0-17 0,0 0 0 0,0 0-3 16,0 0-8-16,0 0-6 0,0 0 39 0,1-7-38 15,-1 7-5-15,0 0-14 0,4-7 6 0,-4 7-6 16,3-7 4-16,-3 7 5 0,4-6-12 0,-4 6 11 16,6-5-11-16,-6 5 29 0,7-5-10 0,-7 5-4 15,7-6-8-15,-7 6 4 0,6-3-8 0,-6 3-1 0,10-5-12 16,-10 5 8-16,9-3 0 0,-9 3 3 0,9-3 0 16,-9 3-6-16,8-2 19 0,-8 2 83 15,0 0-120-15,8-2 1 0,-8 2 17 0,0 0-10 0,0 0 11 16,0 0 5-16,6-4 30 0,-6 4-33 0,0 0-7 15,0 0 12-15,0 0-6 0,0 0-6 0,0 0 1 16,0 0-15-16,0 0-3 0,0 0 3 0,0 0-32 16,0 0-17-16,0 0-11 0,0 0-10 0,0 0 14 0,0 0 21 15,0 0 13-15,-8 4 12 0,8-4 12 16,-8 3 1-16,8-3 8 0,-10 4 7 0,10-4 0 16,-14 3 9-16,14-3-2 0,-16 3 3 0,9-1-1 0,-2-1 3 15,-2 1-2-15,3 1-8 0,-3-1-1 0,11-2 1 16,-14 3-5-16,4-2 5 0,10-1-18 0,-13 5 6 15,13-5 0-15,-11 3-2 0,11-3 7 0,-7 3-5 16,7-3 6-16,0 0 2 0,0 0 3 0,-8 2 4 16,8-2 7-16,0 0 0 0,0 0 6 0,0 0 4 15,0 0 3-15,0 0 8 0,0 0-1 0,0 0-14 16,0 0 19-16,0 0-4 0,0 0 0 0,10 1-5 16,-10-1 3-16,0 0-7 0,15-1 7 0,-15 1-3 15,13-1-3-15,-13 1-2 0,16-1 0 0,-16 1-1 16,18-4-5-16,-9 3-3 0,0 0-17 0,1 0 6 0,-1-1-5 15,1 0-12-15,-2 2-13 0,-8 0-12 0,17-2-8 16,-9 1-13-16,-8 1-5 0,14-3-12 0,-14 3-3 16,11-1-56-16,-11 1 64 0,9-2-10 0,-9 2-6 15,0 0-18-15,12-2-21 0,-12 2-43 0,0 0-64 16,9-3-68-16,-9 3-61 0,0 0-29 0,7-4 24 16,-7 4-140-16,4-5-315 0,-4 5-85 0</inkml:trace>
  <inkml:trace contextRef="#ctx0" brushRef="#br0" timeOffset="4">923 24 0 0,'0'0'686'0,"0"0"-405"0,0 0-21 0,0 0 1 16,0 0-13-16,0 0-23 0,0 0-20 15,0 0-24-15,0 0-48 0,-8 2-20 0,8-2-29 16,0 0-14-16,0 0-9 0,0 0-11 0,-3 6-4 0,3-6-10 15,0 0 17-15,0 0-4 0,0 0 10 0,0 0-2 16,0 0 14-16,0 0 22 0,0 0 12 0,0 0 14 16,0 0 13-16,0 0 7 0,0 0 4 0,0 0 3 15,0 0-8-15,0 0 1 0,0 0-4 0,0 0-5 16,0 0-14-16,0 0-17 0,0 0-11 0,5 3-8 16,-5-3-19-16,0 0-6 0,0 0-12 0,13 0 9 15,-13 0-19-15,0 0-13 0,12 0 0 0,-12 0-3 16,11 0-2-16,-11 0 4 0,9-1-9 0,-9 1-5 0,10-2 4 15,-10 2-2-15,0 0 11 0,11-2-10 16,-11 2 3-16,0 0 11 0,9-4 11 0,-9 4 9 0,0 0 7 16,0 0 5-16,6-3-2 0,-6 3-2 0,0 0-12 15,0 0-3-15,0 0-5 0,0 0-9 0,0 0-3 16,0 0-6-16,1-8-4 0,-1 8 4 0,0 0 7 16,0 0-20-16,-2-6-2 0,2 6 4 0,0 0-1 15,0 0 3-15,-1-8-6 0,1 8 0 0,0 0 0 16,0 0 1-16,0 0-2 0,0 0-6 0,0 0 5 15,0 0-1-15,0 0 1 0,0 0 2 0,0 0-4 16,0 0 32-16,0 0 18 0,0 0-9 0,0 0 1 0,0 0 10 16,0 0 10-16,0 0 0 0,0 0 10 15,0 0 7-15,0 0-13 0,0 0-3 0,0 0-4 0,0 0 6 16,0 0-9-16,0 0 4 0,0 0 91 0,0 0-137 16,0 0 14-16,0 0 11 0,0 0-3 0,0 9-3 15,0-9-6-15,0 9-2 0,0-9 2 0,0 9-24 16,0-9-39-16,0 8-66 0,0-8-142 0,-2 8-39 15,2-8-128-15,-1 9-147 0,1-9-142 0,-2 6-51 16,2-6-812-16,-2 9-503 0</inkml:trace>
  <inkml:trace contextRef="#ctx0" brushRef="#br0" timeOffset="5">1650-173 0 0,'0'0'754'0,"0"0"-455"0,0 0-70 0,0 0 61 0,0 0-28 15,0 0-43-15,0 0-41 0,0 0-29 0,0 0-51 16,0 0 47-16,0 0-78 0,0 0-13 0,0 0 9 15,0 0 24-15,0 0 19 0,0 0 9 0,0 0-2 16,0 0 1-16,0 0-3 0,0 0-6 0,-3 5-8 16,3-5-15-16,0 0-17 0,0 0 23 0,0 0-9 15,1 8 2-15,-1-8 8 0,0 0 5 0,0 0-8 16,0 0 4-16,4 5 16 0,-4-5-23 0,0 0-2 0,0 0-26 16,0 0 7-16,7 3-17 0,-7-3-10 15,0 0-4-15,10 0-10 0,-10 0-17 0,8-5-12 0,-8 5-20 16,0 0-5-16,0 0-7 0,12-2-6 0,-12 2 4 15,0 0-15-15,0 0-14 0,6-4 2 0,-6 4-20 16,0 0 20-16,0 0-41 0,0 0 21 0,0 0-22 16,0 0 2-16,0 0 19 0,0 0 1 0,0 0 16 15,3-5 16-15,-3 5 7 0,0 0 11 0,0 0 12 16,0 0-1-16,0 0 15 0,0 0 6 0,0 0 7 16,0 0 14-16,0 0-14 0,0 0-6 0,0 0-97 15,0 0 151-15,0 0 7 0,0 0 17 0,-4 4-4 0,4-4 38 16,0 0-33-16,-4 7-4 0,4-7 13 15,0 0-19-15,-4 8 4 0,4-8-14 0,0 0-24 0,-2 8 6 16,2-8 5-16,0 0-7 0,-1 7-3 0,1-7-41 16,0 0-55-16,0 0-49 0,0 0-104 0,0 9-101 15,0-9-111-15,0 0-46 0,0 0-631 0,0 0-298 16</inkml:trace>
  <inkml:trace contextRef="#ctx0" brushRef="#br0" timeOffset="6">1718-289 0 0,'0'0'1884'15,"0"0"-962"-15,0 0-21 0,0 0-93 0,0 0-93 16,0 0-64-16,0 0-69 0,0 0-46 0,0 0-20 16,0 0-98-16,0 0-90 0,0 0-68 0,0 0-58 0,0 0-60 15,3-7-72-15,-3 7-96 0,0 0-81 0,6-5-83 16,-6 5-81-16,0 0-48 0,4-5-129 0,-4 5-205 16,0 0-128-16,0 0-191 0,0 0-150 0,0 0-550 15,0 0-539-15</inkml:trace>
  <inkml:trace contextRef="#ctx0" brushRef="#br0" timeOffset="7">743-38 0 0,'0'0'687'0,"0"0"-270"0,0 0 23 0,0 0-6 0,0 0-23 16,0 0-21-16,0 0 5 0,0 0-24 0,0 0 5 15,0 0-11-15,0 0-13 0,0 0-9 0,0 0-31 16,0 0-19-16,0 0-14 0,0 0-22 0,0 0-22 16,0 0-31-16,0 0-10 0,0 0-24 0,0 0 13 15,0 0-8-15,0 0-53 0,0 0-9 0,0 0-28 0,0 0-22 16,0 0-7-16,0 0-21 0,-3 7 13 0,3-7-16 15,0 0 7-15,1 9-2 0,-1-9-3 0,1 8-16 16,-1-8 6-16,2 11 9 0,-2-11-60 0,2 10-49 16,-2-10-48-16,3 9-70 0,-3-9-51 0,1 10-145 15,-1-10-76-15,1 9-161 0,-1-9-190 0,-2 7-59 16,2-7-852-16,-2 6-561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4T10:21:58.636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 contextRef="#ctx0" brushRef="#br0">25-170 0 0,'0'0'723'16,"0"0"-303"-16,4-6 27 0,-4 6-27 0,5-7-21 16,-5 7-11-16,3-7 23 0,-3 7 6 0,4-6-28 15,-4 6-19-15,0 0-29 0,2-8-34 0,-2 8-31 16,0 0-30-16,0 0-14 0,3-5-157 0,-3 5 139 0,0 0-34 16,0 0-22-16,0 0-19 0,0 0-38 0,0 0 7 15,0 0-19-15,0 0-25 0,0 0-22 0,0 0 3 16,0 0-31-16,0 0 7 0,0 0-13 0,0 0-16 15,1 8 16-15,-1-8-1 0,-1 13 40 0,1-4-42 16,-2 0-4-16,1 2 2 0,-3 1 3 0,1 0-7 16,0 3 23-16,-1-2 4 0,0 2-26 0,1-1 12 15,0 3 54-15,-1-2-43 0,2 0 11 0,-2-1-17 16,3 1 5-16,-2-2-37 0,2 0 33 0,-1 0-16 16,1 0 17-16,1-3-8 0,-1 1-11 0,1-3 7 15,0 1-3-15,0-2 6 0,1 0-4 0,-1-7-3 16,2 12 17-16,-2-12-12 0,3 7 10 0,-3-7 7 0,5 6 90 15,-5-6-72-15,7 4 13 0,-7-4 10 0,9 1 6 16,-9-1-25-16,13-3 45 0,-7 0-50 0,2-2-15 16,1 0-11-16,-1 0-2 0,1-3-20 0,-2-1-31 15,3 0-52-15,1-3-25 0,0-1-49 0,0 0-59 16,1-1-86-16,1-1-99 0,1 0-87 0,0 0-125 16,0 2-123-16,-1-2-12 0,-1 2-22 0,2 1-590 15,-2 1-434-15</inkml:trace>
  <inkml:trace contextRef="#ctx0" brushRef="#br0" timeOffset="1">315 39 0 0,'0'0'711'0,"0"0"-276"0,0 0 42 0,0 0-34 0,0 0-98 15,0 0 25-15,0 0-14 0,0 0-25 0,0 0-50 16,0 0-34-16,0 0-42 0,0 0-26 0,0 0-31 16,0 0-27-16,0 0-27 0,0 0-21 0,0 0-3 15,-2 6 21-15,2-6 34 0,0 0 13 0,-4 9-3 16,4-9 6-16,-4 9-1 0,4-9 0 0,-7 10-1 15,3-3-9-15,0-1-18 0,0 2-13 0,1 0-12 16,-1-2-7-16,1 2-19 0,0-1 1 0,-1-1-17 0,1 1-7 16,1-1-10-16,2-6-4 0,-4 10-6 0,4-10-5 15,-3 9 2-15,3-9-5 0,-1 7 6 16,1-7-1-16,0 0 1 0,0 0 8 0,-2 6-1 0,2-6 33 16,0 0 10-16,0 0 7 0,0 0-1 0,0 0-18 15,0 0 1-15,10-3 35 0,-10 3-71 0,9-7 2 16,-4 2-5-16,4 2-2 0,-4-1-9 0,1-1 69 15,-2 0-82-15,2-1 0 0,-1 2-3 0,1-1 4 16,-6 5 8-16,8-7 2 0,-8 7-7 0,7-5-1 16,-7 5 4-16,4-4 1 0,-4 4-8 0,0 0-17 15,0 0 18-15,6-4-4 0,-6 4-148 0,0 0 162 0,0 0 1 16,0 0-2-16,0 0-2 0,0 0 8 0,4 7-7 16,-4-7-1-16,0 0 1 0,-1 7-2 15,1-7-6-15,-2 7 12 0,2-7-2 0,0 8-1 0,0-8-6 16,1 6 15-16,-1-6 31 0,0 0-51 0,0 10 4 15,0-10 4-15,5 4-2 0,-5-4-14 0,0 0 52 16,0 0-30-16,0 0 7 0,3 5-1 0,-3-5 6 16,0 0-6-16,0 0 1 0,11-2 1 0,-11 2-2 15,11-3-21-15,-5-1 15 0,1 0 2 0,0 1-8 16,1-1-14-16,-1-1 146 0,1 1-176 0,-2 0 3 16,1 0 9-16,-7 4 9 0,10-5-13 0,-10 5 1 0,7-3 14 15,-7 3-7-15,0 0 14 0,0 0-11 0,7-4-2 16,-7 4 5-16,0 0-4 0,0 0 16 0,0 0 5 15,0 0-5-15,7 5 5 0,-7-5-2 0,0 0 3 16,0 0-1-16,0 0 3 0,1 6-7 0,-1-6 25 16,0 0-9-16,0 0 3 0,6 4 5 0,-6-4-153 15,0 0 188-15,0 0-5 0,0 0 1 0,10 2-5 16,-10-2-12-16,0 0 1 0,11-3-10 0,-11 3-1 16,8-3-6-16,-8 3-2 0,11-4 0 0,-11 4-4 15,9-3 28-15,-9 3-48 0,9-2-20 0,-9 2 18 16,8-3-6-16,-8 3-2 0,0 0-3 0,8-2-4 15,-8 2-11-15,0 0 8 0,0 0 9 0,0 0-8 0,0 0 0 16,0 0-4-16,11 2 32 0,-11-2-9 16,0 0 17-16,0 0-13 0,0 0 4 0,0 0-1 0,0 0 5 15,0 0 4-15,0 0 0 0,0 0 2 0,0 0 1 16,0 0-2-16,0 0 3 0,7 1-3 0,-7-1-24 16,0 0 39-16,0 0-16 0,0 0-1 0,0 0 3 15,0 0 10-15,11-1-9 0,-11 1-9 0,0 0-16 16,10-3 6-16,-10 3-27 0,7-2-6 0,-7 2-16 15,10-6-17-15,-10 6 9 0,11-2 9 0,-11 2 2 16,10-3 8-16,-10 3 7 0,8-1 8 0,-8 1 10 16,0 0 8-16,0 0 7 0,11 0-10 0,-11 0 36 0,0 0 15 15,0 0 25-15,0 0-12 0,0 0 11 0,0 0-8 16,9-3-3-16,-9 3-35 0,0 0 26 0,0 0-10 16,8-4-3-16,-8 4-1 0,0 0-8 0,8-4 16 15,-8 4 0-15,0 0-10 0,5-5 10 0,-5 5 1 16,0 0-74-16,0 0 86 0,0 0-9 0,0 0 7 15,0 0-22-15,0 0-5 0,5-4-8 0,-5 4 4 16,0 0-10-16,0 0 3 0,0 0-23 0,0 0 19 16,0 0-3-16,0 0 7 0,0 0 0 0,3 5-6 15,-3-5 8-15,0 0-6 0,2 7-3 0,-2-7 4 16,0 0 5-16,1 8 0 0,-1-8 4 0,0 7 1 0,0-7 7 16,-2 7 0-16,2-7-6 0,1 7-3 0,-1-7 7 15,0 0 1-15,1 9 142 0,-1-9-167 0,0 0 14 16,0 7-19-16,0-7-17 0,0 0-17 0,0 0-55 15,0 0-25-15,0 0-93 0,14 1-157 0,-14-1-192 16,15-6-194-16,-6 1-73 0,3-1-776 0,1 0-522 16</inkml:trace>
  <inkml:trace contextRef="#ctx0" brushRef="#br0" timeOffset="2">1050-37 0 0,'0'0'416'0,"-7"3"-113"0,7-3-19 0,0 0 11 0,0 0 7 16,-6 5-8-16,6-5-20 0,0 0-5 0,0 0 6 15,0 0 17-15,0 0 16 0,1 9-3 0,-1-9-6 16,0 0-12-16,8 3-25 0,-8-3-37 0,10 2-13 16,-10-2-31-16,14 0-24 0,-14 0-20 0,14 0-19 15,-5-4-14-15,-1 6-8 0,-8-2-16 0,17-1-5 16,-17 1-24-16,17-2 23 0,-9 0-8 0,-8 2-1 0,17-2 3 16,-17 2 3-16,15-4-72 0,-7 3 91 0,-8 1 1 15,14-5 5-15,-7 3-18 0,-7 2 15 0,13-5-27 16,-6 2 24-16,-2 0-18 0,0-1 37 0,2 0-26 15,-7 4 10-15,10-6-37 0,-5 2-5 0,-5 4 17 16,9-8-23-16,-9 8 13 0,6-8-15 0,-6 8 9 16,6-7-16-16,-6 7 1 0,3-7-1 0,-3 7-9 15,0 0-4-15,4-7-16 0,-4 7 0 0,0 0 2 16,-2-8-21-16,2 8 3 0,-4-6-19 0,4 6-36 16,-7-3 24-16,7 3-22 0,-11-5 10 0,11 5 8 15,-13-4-17-15,13 4 18 0,-13-3-13 0,13 3-5 0,-14-2 4 16,14 2 0-16,-12-2-2 0,12 2 44 0,-12-1-20 15,12 1 9-15,-10-1 1 0,10 1-5 0,-11-1 17 16,11 1 5-16,-10-1 16 0,10 1-26 0,0 0 12 16,-15-1 7-16,15 1 2 0,-10 0-8 0,10 0-8 15,-11 1 13-15,11-1 5 0,-10 2-2 0,10-2-2 16,-15 2-6-16,15-2 14 0,-15 2 37 0,15-2-53 16,-16 4 6-16,9-1-16 0,-1-1 23 0,0 2-10 15,0-2 51-15,-1 2-64 0,1 0-3 0,-1 1 8 16,0 0 16-16,1 1-4 0,-2-2 3 0,1 2 10 15,1 0-3-15,-1 0-5 0,1 2-59 0,0 0 73 0,-1-1-7 16,1 1 41-16,-2 1-44 0,2-1 33 0,-1 2-9 16,1-1-19-16,-1 0 8 0,2 0-2 0,-1 1-15 15,3-1 15-15,0 1-9 0,-2-1 2 0,3-1-11 16,-1 2 62-16,3-2-56 0,0 0-9 0,0-1 8 16,1 1-4-16,1-1 2 0,1 0 38 0,-1-7-38 15,4 14-11-15,-2-7 6 0,2-3-9 0,-1 1 21 16,1-1-15-16,-4-4 1 0,9 8 21 0,-9-8-11 0,12 7-50 15,-12-7 52-15,11 3 0 0,-11-3 2 16,16 1 4-16,-16-1-2 0,17-1-11 0,-6-1 5 16,-1-1 1-16,2 1 0 0,-1-1-17 0,0-1 8 0,2-1 5 15,-1 0-5-15,0 1 140 0,-1-2-165 0,1 1 7 16,-1-1 3-16,-1 1-5 0,-1 1 14 0,-1-1 52 16,0 1-65-16,-3 0 6 0,2 0 10 0,-7 4 0 15,11-5-7-15,-11 5 7 0,7-4-8 0,-7 4 8 16,6-3 2-16,-6 3-7 0,0 0 20 0,0 0-26 15,5-5-10-15,-5 5-12 0,0 0-7 0,0 0-9 16,0 0-9-16,0 0-7 0,0 0-30 0,0 0-3 16,0 0 24-16,0 0 17 0,0 0 8 0,0 0 13 0,0 0 4 15,3 7 7-15,-3-7 7 0,0 0 1 16,-2 7 9-16,2-7 1 0,0 0 16 0,0 8-18 0,0-8 4 16,0 0 1-16,-1 7 2 0,1-7 0 0,0 0 21 15,0 0-17-15,5 7 5 0,-5-7 12 0,0 0 0 16,5 4 16-16,-5-4 2 0,10 2-9 0,-10-2-10 15,12 0 9-15,-12 0-7 0,15-2-2 0,-15 2-4 16,15-3-3-16,-7 0-4 0,-1 0 0 0,2 0-10 16,-1-1 1-16,-1 0-2 0,0 0-1 0,0 1-3 15,-7 3-5-15,11-6 1 0,-11 6-1 0,7-3-9 16,-7 3-85-16,0 0 96 0,7-4-15 0,-7 4 2 0,0 0 8 16,0 0-2-16,0 0 7 0,0 0 10 15,3 7-3-15,-3-7 8 0,0 0-5 0,0 0 9 0,0 7 5 16,0-7 9-16,0 0 8 0,0 0 32 0,0 0-3 15,0 0 6-15,4 5 17 0,-4-5 7 0,0 0-13 16,0 0 2-16,0 0-19 0,7-5 6 0,-7 5-25 16,9 0-6-16,-9 0-7 0,10-3 3 0,-10 3-11 15,10-2-10-15,-10 2-16 0,11-2-7 0,-11 2-10 16,10-5 25-16,-10 5-44 0,10-2-10 0,-10 2 4 16,0 0-10-16,9-1 3 0,-9 1-3 0,0 0-17 15,0 0-6-15,0 0-3 0,10 1-3 0,-10-1 21 0,0 0 4 16,0 0 8-16,0 0 6 0,1 7-2 15,-1-7 6-15,0 0-1 0,0 0 3 0,0 0 2 0,-1 7 8 16,1-7 4-16,0 0 8 0,0 0 15 0,0 0 0 16,0 0-2-16,0 0-9 0,12 0-2 0,-12 0-22 15,5-4-10-15,-5 4-10 0,6-5-8 0,-6 5 9 16,9-5 9-16,-9 5 0 0,8-7 6 0,-8 7 11 16,10-7 2-16,-10 7-8 0,10-7 19 0,-10 7 16 0,7-4 6 15,-7 4 13-15,4-3 14 0,-4 3 15 16,0 0 13-16,7-3-3 0,-7 3 8 0,0 0 8 15,0 0 9-15,0 0 6 0,7-4 4 0,-7 4 6 0,0 0 1 16,0 0 3-16,0 0 7 0,0 0 10 0,8-4-7 16,-8 4-10-16,0 0 110 0,10-3-285 0,-10 3 151 15,0 0-16-15,8-1-9 0,-8 1 2 0,0 0-42 16,0 0 62-16,8-2-28 0,-8 2 0 0,0 0 18 16,6 4-5-16,-6-4 9 0,0 0-10 0,6 4 17 15,-6-4 5-15,0 0 1 0,7 6-9 0,-7-6 17 16,6 5-1-16,-6-5 32 0,8 7 2 0,-8-7-5 0,12 7-27 15,-7-2-8-15,2-3-10 0,-1 3-8 16,2-1-7-16,1-1-12 0,0 0 2 0,0 0-56 16,2 0 80-16,0 1-78 0,0-2-45 0,0 1-30 0,3-2-43 15,-3 1-25-15,3 0-54 0,0 1-41 0,-1-2-97 16,2 1-98-16,1-1-92 0,-1 1-152 0,-5-1-103 16,4-1-37-16,2 2-775 0,-3-1-516 0</inkml:trace>
  <inkml:trace contextRef="#ctx0" brushRef="#br0" timeOffset="3">1566-87 0 0,'0'0'1017'15,"0"0"-495"-15,0 0-28 0,-6-4-59 0,6 4-49 16,0 0-3-16,0 0-38 0,0 0-37 0,0 0-38 0,0 0-31 16,0 0-20-16,0 0-24 0,0 0-24 0,0 0-18 15,0 0-15-15,0 0-13 0,0 0-14 0,1 6-20 16,-1-6-7-16,0 0-10 0,0 0-19 0,0 0-2 16,0 0-6-16,0 0 5 0,0 0 2 0,-1 7-1 15,1-7 1-15,0 0-5 0,0 0-8 0,1 8-7 16,-1-8 2-16,0 0-12 0,0 8 43 0,0-8-57 15,0 0-3-15,-1 9 3 0,1-9-8 0,0 7-2 16,0-7 9-16,0 6-2 0,0-6 1 0,0 0-7 0,0 9-5 16,0-9 8-16,0 0 2 0,0 7-4 15,0-7 6-15,0 0 1 0,0 0 2 0,0 0-8 0,0 0-62 16,0 0 77-16,0 0 17 0,0 0-4 0,0 0 1 16,0 0 2-16,0 0-6 0,0 0 6 0,0 0 10 15,0 0 0-15,0 0-17 0,0 0 0 0,0 0-3 16,0 0-8-16,0 0-6 0,0 0 39 0,1-7-38 15,-1 7-5-15,0 0-14 0,4-7 6 0,-4 7-6 16,3-7 4-16,-3 7 5 0,4-6-12 0,-4 6 11 16,6-5-11-16,-6 5 29 0,7-5-10 0,-7 5-4 15,7-6-8-15,-7 6 4 0,6-3-8 0,-6 3-1 0,10-5-12 16,-10 5 8-16,9-3 0 0,-9 3 3 0,9-3 0 16,-9 3-6-16,8-2 19 0,-8 2 83 15,0 0-120-15,8-2 1 0,-8 2 17 0,0 0-10 0,0 0 11 16,0 0 5-16,6-4 30 0,-6 4-33 0,0 0-7 15,0 0 12-15,0 0-6 0,0 0-6 0,0 0 1 16,0 0-15-16,0 0-3 0,0 0 3 0,0 0-32 16,0 0-17-16,0 0-11 0,0 0-10 0,0 0 14 0,0 0 21 15,0 0 13-15,-8 4 12 0,8-4 12 16,-8 3 1-16,8-3 8 0,-10 4 7 0,10-4 0 16,-14 3 9-16,14-3-2 0,-16 3 3 0,9-1-1 0,-2-1 3 15,-2 1-2-15,3 1-8 0,-3-1-1 0,11-2 1 16,-14 3-5-16,4-2 5 0,10-1-18 0,-13 5 6 15,13-5 0-15,-11 3-2 0,11-3 7 0,-7 3-5 16,7-3 6-16,0 0 2 0,0 0 3 0,-8 2 4 16,8-2 7-16,0 0 0 0,0 0 6 0,0 0 4 15,0 0 3-15,0 0 8 0,0 0-1 0,0 0-14 16,0 0 19-16,0 0-4 0,0 0 0 0,10 1-5 16,-10-1 3-16,0 0-7 0,15-1 7 0,-15 1-3 15,13-1-3-15,-13 1-2 0,16-1 0 0,-16 1-1 16,18-4-5-16,-9 3-3 0,0 0-17 0,1 0 6 0,-1-1-5 15,1 0-12-15,-2 2-13 0,-8 0-12 0,17-2-8 16,-9 1-13-16,-8 1-5 0,14-3-12 0,-14 3-3 16,11-1-56-16,-11 1 64 0,9-2-10 0,-9 2-6 15,0 0-18-15,12-2-21 0,-12 2-43 0,0 0-64 16,9-3-68-16,-9 3-61 0,0 0-29 0,7-4 24 16,-7 4-140-16,4-5-315 0,-4 5-85 0</inkml:trace>
  <inkml:trace contextRef="#ctx0" brushRef="#br0" timeOffset="4">923 24 0 0,'0'0'686'0,"0"0"-405"0,0 0-21 0,0 0 1 16,0 0-13-16,0 0-23 0,0 0-20 15,0 0-24-15,0 0-48 0,-8 2-20 0,8-2-29 16,0 0-14-16,0 0-9 0,0 0-11 0,-3 6-4 0,3-6-10 15,0 0 17-15,0 0-4 0,0 0 10 0,0 0-2 16,0 0 14-16,0 0 22 0,0 0 12 0,0 0 14 16,0 0 13-16,0 0 7 0,0 0 4 0,0 0 3 15,0 0-8-15,0 0 1 0,0 0-4 0,0 0-5 16,0 0-14-16,0 0-17 0,0 0-11 0,5 3-8 16,-5-3-19-16,0 0-6 0,0 0-12 0,13 0 9 15,-13 0-19-15,0 0-13 0,12 0 0 0,-12 0-3 16,11 0-2-16,-11 0 4 0,9-1-9 0,-9 1-5 0,10-2 4 15,-10 2-2-15,0 0 11 0,11-2-10 16,-11 2 3-16,0 0 11 0,9-4 11 0,-9 4 9 0,0 0 7 16,0 0 5-16,6-3-2 0,-6 3-2 0,0 0-12 15,0 0-3-15,0 0-5 0,0 0-9 0,0 0-3 16,0 0-6-16,1-8-4 0,-1 8 4 0,0 0 7 16,0 0-20-16,-2-6-2 0,2 6 4 0,0 0-1 15,0 0 3-15,-1-8-6 0,1 8 0 0,0 0 0 16,0 0 1-16,0 0-2 0,0 0-6 0,0 0 5 15,0 0-1-15,0 0 1 0,0 0 2 0,0 0-4 16,0 0 32-16,0 0 18 0,0 0-9 0,0 0 1 0,0 0 10 16,0 0 10-16,0 0 0 0,0 0 10 15,0 0 7-15,0 0-13 0,0 0-3 0,0 0-4 0,0 0 6 16,0 0-9-16,0 0 4 0,0 0 91 0,0 0-137 16,0 0 14-16,0 0 11 0,0 0-3 0,0 9-3 15,0-9-6-15,0 9-2 0,0-9 2 0,0 9-24 16,0-9-39-16,0 8-66 0,0-8-142 0,-2 8-39 15,2-8-128-15,-1 9-147 0,1-9-142 0,-2 6-51 16,2-6-812-16,-2 9-503 0</inkml:trace>
  <inkml:trace contextRef="#ctx0" brushRef="#br0" timeOffset="5">1650-173 0 0,'0'0'754'0,"0"0"-455"0,0 0-70 0,0 0 61 0,0 0-28 15,0 0-43-15,0 0-41 0,0 0-29 0,0 0-51 16,0 0 47-16,0 0-78 0,0 0-13 0,0 0 9 15,0 0 24-15,0 0 19 0,0 0 9 0,0 0-2 16,0 0 1-16,0 0-3 0,0 0-6 0,-3 5-8 16,3-5-15-16,0 0-17 0,0 0 23 0,0 0-9 15,1 8 2-15,-1-8 8 0,0 0 5 0,0 0-8 16,0 0 4-16,4 5 16 0,-4-5-23 0,0 0-2 0,0 0-26 16,0 0 7-16,7 3-17 0,-7-3-10 15,0 0-4-15,10 0-10 0,-10 0-17 0,8-5-12 0,-8 5-20 16,0 0-5-16,0 0-7 0,12-2-6 0,-12 2 4 15,0 0-15-15,0 0-14 0,6-4 2 0,-6 4-20 16,0 0 20-16,0 0-41 0,0 0 21 0,0 0-22 16,0 0 2-16,0 0 19 0,0 0 1 0,0 0 16 15,3-5 16-15,-3 5 7 0,0 0 11 0,0 0 12 16,0 0-1-16,0 0 15 0,0 0 6 0,0 0 7 16,0 0 14-16,0 0-14 0,0 0-6 0,0 0-97 15,0 0 151-15,0 0 7 0,0 0 17 0,-4 4-4 0,4-4 38 16,0 0-33-16,-4 7-4 0,4-7 13 15,0 0-19-15,-4 8 4 0,4-8-14 0,0 0-24 0,-2 8 6 16,2-8 5-16,0 0-7 0,-1 7-3 0,1-7-41 16,0 0-55-16,0 0-49 0,0 0-104 0,0 9-101 15,0-9-111-15,0 0-46 0,0 0-631 0,0 0-298 16</inkml:trace>
  <inkml:trace contextRef="#ctx0" brushRef="#br0" timeOffset="6">1718-289 0 0,'0'0'1884'15,"0"0"-962"-15,0 0-21 0,0 0-93 0,0 0-93 16,0 0-64-16,0 0-69 0,0 0-46 0,0 0-20 16,0 0-98-16,0 0-90 0,0 0-68 0,0 0-58 0,0 0-60 15,3-7-72-15,-3 7-96 0,0 0-81 0,6-5-83 16,-6 5-81-16,0 0-48 0,4-5-129 0,-4 5-205 16,0 0-128-16,0 0-191 0,0 0-150 0,0 0-550 15,0 0-539-15</inkml:trace>
  <inkml:trace contextRef="#ctx0" brushRef="#br0" timeOffset="7">743-38 0 0,'0'0'687'0,"0"0"-270"0,0 0 23 0,0 0-6 0,0 0-23 16,0 0-21-16,0 0 5 0,0 0-24 0,0 0 5 15,0 0-11-15,0 0-13 0,0 0-9 0,0 0-31 16,0 0-19-16,0 0-14 0,0 0-22 0,0 0-22 16,0 0-31-16,0 0-10 0,0 0-24 0,0 0 13 15,0 0-8-15,0 0-53 0,0 0-9 0,0 0-28 0,0 0-22 16,0 0-7-16,0 0-21 0,-3 7 13 0,3-7-16 15,0 0 7-15,1 9-2 0,-1-9-3 0,1 8-16 16,-1-8 6-16,2 11 9 0,-2-11-60 0,2 10-49 16,-2-10-48-16,3 9-70 0,-3-9-51 0,1 10-145 15,-1-10-76-15,1 9-161 0,-1-9-190 0,-2 7-59 16,2-7-852-16,-2 6-561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4T10:22:11.138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 contextRef="#ctx0" brushRef="#br0">25-170 0 0,'0'0'723'16,"0"0"-303"-16,4-6 27 0,-4 6-27 0,5-7-21 16,-5 7-11-16,3-7 23 0,-3 7 6 0,4-6-28 15,-4 6-19-15,0 0-29 0,2-8-34 0,-2 8-31 16,0 0-30-16,0 0-14 0,3-5-157 0,-3 5 139 0,0 0-34 16,0 0-22-16,0 0-19 0,0 0-38 0,0 0 7 15,0 0-19-15,0 0-25 0,0 0-22 0,0 0 3 16,0 0-31-16,0 0 7 0,0 0-13 0,0 0-16 15,1 8 16-15,-1-8-1 0,-1 13 40 0,1-4-42 16,-2 0-4-16,1 2 2 0,-3 1 3 0,1 0-7 16,0 3 23-16,-1-2 4 0,0 2-26 0,1-1 12 15,0 3 54-15,-1-2-43 0,2 0 11 0,-2-1-17 16,3 1 5-16,-2-2-37 0,2 0 33 0,-1 0-16 16,1 0 17-16,1-3-8 0,-1 1-11 0,1-3 7 15,0 1-3-15,0-2 6 0,1 0-4 0,-1-7-3 16,2 12 17-16,-2-12-12 0,3 7 10 0,-3-7 7 0,5 6 90 15,-5-6-72-15,7 4 13 0,-7-4 10 0,9 1 6 16,-9-1-25-16,13-3 45 0,-7 0-50 0,2-2-15 16,1 0-11-16,-1 0-2 0,1-3-20 0,-2-1-31 15,3 0-52-15,1-3-25 0,0-1-49 0,0 0-59 16,1-1-86-16,1-1-99 0,1 0-87 0,0 0-125 16,0 2-123-16,-1-2-12 0,-1 2-22 0,2 1-590 15,-2 1-434-15</inkml:trace>
  <inkml:trace contextRef="#ctx0" brushRef="#br0" timeOffset="1">315 39 0 0,'0'0'711'0,"0"0"-276"0,0 0 42 0,0 0-34 0,0 0-98 15,0 0 25-15,0 0-14 0,0 0-25 0,0 0-50 16,0 0-34-16,0 0-42 0,0 0-26 0,0 0-31 16,0 0-27-16,0 0-27 0,0 0-21 0,0 0-3 15,-2 6 21-15,2-6 34 0,0 0 13 0,-4 9-3 16,4-9 6-16,-4 9-1 0,4-9 0 0,-7 10-1 15,3-3-9-15,0-1-18 0,0 2-13 0,1 0-12 16,-1-2-7-16,1 2-19 0,0-1 1 0,-1-1-17 0,1 1-7 16,1-1-10-16,2-6-4 0,-4 10-6 0,4-10-5 15,-3 9 2-15,3-9-5 0,-1 7 6 16,1-7-1-16,0 0 1 0,0 0 8 0,-2 6-1 0,2-6 33 16,0 0 10-16,0 0 7 0,0 0-1 0,0 0-18 15,0 0 1-15,10-3 35 0,-10 3-71 0,9-7 2 16,-4 2-5-16,4 2-2 0,-4-1-9 0,1-1 69 15,-2 0-82-15,2-1 0 0,-1 2-3 0,1-1 4 16,-6 5 8-16,8-7 2 0,-8 7-7 0,7-5-1 16,-7 5 4-16,4-4 1 0,-4 4-8 0,0 0-17 15,0 0 18-15,6-4-4 0,-6 4-148 0,0 0 162 0,0 0 1 16,0 0-2-16,0 0-2 0,0 0 8 0,4 7-7 16,-4-7-1-16,0 0 1 0,-1 7-2 15,1-7-6-15,-2 7 12 0,2-7-2 0,0 8-1 0,0-8-6 16,1 6 15-16,-1-6 31 0,0 0-51 0,0 10 4 15,0-10 4-15,5 4-2 0,-5-4-14 0,0 0 52 16,0 0-30-16,0 0 7 0,3 5-1 0,-3-5 6 16,0 0-6-16,0 0 1 0,11-2 1 0,-11 2-2 15,11-3-21-15,-5-1 15 0,1 0 2 0,0 1-8 16,1-1-14-16,-1-1 146 0,1 1-176 0,-2 0 3 16,1 0 9-16,-7 4 9 0,10-5-13 0,-10 5 1 0,7-3 14 15,-7 3-7-15,0 0 14 0,0 0-11 0,7-4-2 16,-7 4 5-16,0 0-4 0,0 0 16 0,0 0 5 15,0 0-5-15,7 5 5 0,-7-5-2 0,0 0 3 16,0 0-1-16,0 0 3 0,1 6-7 0,-1-6 25 16,0 0-9-16,0 0 3 0,6 4 5 0,-6-4-153 15,0 0 188-15,0 0-5 0,0 0 1 0,10 2-5 16,-10-2-12-16,0 0 1 0,11-3-10 0,-11 3-1 16,8-3-6-16,-8 3-2 0,11-4 0 0,-11 4-4 15,9-3 28-15,-9 3-48 0,9-2-20 0,-9 2 18 16,8-3-6-16,-8 3-2 0,0 0-3 0,8-2-4 15,-8 2-11-15,0 0 8 0,0 0 9 0,0 0-8 0,0 0 0 16,0 0-4-16,11 2 32 0,-11-2-9 16,0 0 17-16,0 0-13 0,0 0 4 0,0 0-1 0,0 0 5 15,0 0 4-15,0 0 0 0,0 0 2 0,0 0 1 16,0 0-2-16,0 0 3 0,7 1-3 0,-7-1-24 16,0 0 39-16,0 0-16 0,0 0-1 0,0 0 3 15,0 0 10-15,11-1-9 0,-11 1-9 0,0 0-16 16,10-3 6-16,-10 3-27 0,7-2-6 0,-7 2-16 15,10-6-17-15,-10 6 9 0,11-2 9 0,-11 2 2 16,10-3 8-16,-10 3 7 0,8-1 8 0,-8 1 10 16,0 0 8-16,0 0 7 0,11 0-10 0,-11 0 36 0,0 0 15 15,0 0 25-15,0 0-12 0,0 0 11 0,0 0-8 16,9-3-3-16,-9 3-35 0,0 0 26 0,0 0-10 16,8-4-3-16,-8 4-1 0,0 0-8 0,8-4 16 15,-8 4 0-15,0 0-10 0,5-5 10 0,-5 5 1 16,0 0-74-16,0 0 86 0,0 0-9 0,0 0 7 15,0 0-22-15,0 0-5 0,5-4-8 0,-5 4 4 16,0 0-10-16,0 0 3 0,0 0-23 0,0 0 19 16,0 0-3-16,0 0 7 0,0 0 0 0,3 5-6 15,-3-5 8-15,0 0-6 0,2 7-3 0,-2-7 4 16,0 0 5-16,1 8 0 0,-1-8 4 0,0 7 1 0,0-7 7 16,-2 7 0-16,2-7-6 0,1 7-3 0,-1-7 7 15,0 0 1-15,1 9 142 0,-1-9-167 0,0 0 14 16,0 7-19-16,0-7-17 0,0 0-17 0,0 0-55 15,0 0-25-15,0 0-93 0,14 1-157 0,-14-1-192 16,15-6-194-16,-6 1-73 0,3-1-776 0,1 0-522 16</inkml:trace>
  <inkml:trace contextRef="#ctx0" brushRef="#br0" timeOffset="2">1050-37 0 0,'0'0'416'0,"-7"3"-113"0,7-3-19 0,0 0 11 0,0 0 7 16,-6 5-8-16,6-5-20 0,0 0-5 0,0 0 6 15,0 0 17-15,0 0 16 0,1 9-3 0,-1-9-6 16,0 0-12-16,8 3-25 0,-8-3-37 0,10 2-13 16,-10-2-31-16,14 0-24 0,-14 0-20 0,14 0-19 15,-5-4-14-15,-1 6-8 0,-8-2-16 0,17-1-5 16,-17 1-24-16,17-2 23 0,-9 0-8 0,-8 2-1 0,17-2 3 16,-17 2 3-16,15-4-72 0,-7 3 91 0,-8 1 1 15,14-5 5-15,-7 3-18 0,-7 2 15 0,13-5-27 16,-6 2 24-16,-2 0-18 0,0-1 37 0,2 0-26 15,-7 4 10-15,10-6-37 0,-5 2-5 0,-5 4 17 16,9-8-23-16,-9 8 13 0,6-8-15 0,-6 8 9 16,6-7-16-16,-6 7 1 0,3-7-1 0,-3 7-9 15,0 0-4-15,4-7-16 0,-4 7 0 0,0 0 2 16,-2-8-21-16,2 8 3 0,-4-6-19 0,4 6-36 16,-7-3 24-16,7 3-22 0,-11-5 10 0,11 5 8 15,-13-4-17-15,13 4 18 0,-13-3-13 0,13 3-5 0,-14-2 4 16,14 2 0-16,-12-2-2 0,12 2 44 0,-12-1-20 15,12 1 9-15,-10-1 1 0,10 1-5 0,-11-1 17 16,11 1 5-16,-10-1 16 0,10 1-26 0,0 0 12 16,-15-1 7-16,15 1 2 0,-10 0-8 0,10 0-8 15,-11 1 13-15,11-1 5 0,-10 2-2 0,10-2-2 16,-15 2-6-16,15-2 14 0,-15 2 37 0,15-2-53 16,-16 4 6-16,9-1-16 0,-1-1 23 0,0 2-10 15,0-2 51-15,-1 2-64 0,1 0-3 0,-1 1 8 16,0 0 16-16,1 1-4 0,-2-2 3 0,1 2 10 15,1 0-3-15,-1 0-5 0,1 2-59 0,0 0 73 0,-1-1-7 16,1 1 41-16,-2 1-44 0,2-1 33 0,-1 2-9 16,1-1-19-16,-1 0 8 0,2 0-2 0,-1 1-15 15,3-1 15-15,0 1-9 0,-2-1 2 0,3-1-11 16,-1 2 62-16,3-2-56 0,0 0-9 0,0-1 8 16,1 1-4-16,1-1 2 0,1 0 38 0,-1-7-38 15,4 14-11-15,-2-7 6 0,2-3-9 0,-1 1 21 16,1-1-15-16,-4-4 1 0,9 8 21 0,-9-8-11 0,12 7-50 15,-12-7 52-15,11 3 0 0,-11-3 2 16,16 1 4-16,-16-1-2 0,17-1-11 0,-6-1 5 16,-1-1 1-16,2 1 0 0,-1-1-17 0,0-1 8 0,2-1 5 15,-1 0-5-15,0 1 140 0,-1-2-165 0,1 1 7 16,-1-1 3-16,-1 1-5 0,-1 1 14 0,-1-1 52 16,0 1-65-16,-3 0 6 0,2 0 10 0,-7 4 0 15,11-5-7-15,-11 5 7 0,7-4-8 0,-7 4 8 16,6-3 2-16,-6 3-7 0,0 0 20 0,0 0-26 15,5-5-10-15,-5 5-12 0,0 0-7 0,0 0-9 16,0 0-9-16,0 0-7 0,0 0-30 0,0 0-3 16,0 0 24-16,0 0 17 0,0 0 8 0,0 0 13 0,0 0 4 15,3 7 7-15,-3-7 7 0,0 0 1 16,-2 7 9-16,2-7 1 0,0 0 16 0,0 8-18 0,0-8 4 16,0 0 1-16,-1 7 2 0,1-7 0 0,0 0 21 15,0 0-17-15,5 7 5 0,-5-7 12 0,0 0 0 16,5 4 16-16,-5-4 2 0,10 2-9 0,-10-2-10 15,12 0 9-15,-12 0-7 0,15-2-2 0,-15 2-4 16,15-3-3-16,-7 0-4 0,-1 0 0 0,2 0-10 16,-1-1 1-16,-1 0-2 0,0 0-1 0,0 1-3 15,-7 3-5-15,11-6 1 0,-11 6-1 0,7-3-9 16,-7 3-85-16,0 0 96 0,7-4-15 0,-7 4 2 0,0 0 8 16,0 0-2-16,0 0 7 0,0 0 10 15,3 7-3-15,-3-7 8 0,0 0-5 0,0 0 9 0,0 7 5 16,0-7 9-16,0 0 8 0,0 0 32 0,0 0-3 15,0 0 6-15,4 5 17 0,-4-5 7 0,0 0-13 16,0 0 2-16,0 0-19 0,7-5 6 0,-7 5-25 16,9 0-6-16,-9 0-7 0,10-3 3 0,-10 3-11 15,10-2-10-15,-10 2-16 0,11-2-7 0,-11 2-10 16,10-5 25-16,-10 5-44 0,10-2-10 0,-10 2 4 16,0 0-10-16,9-1 3 0,-9 1-3 0,0 0-17 15,0 0-6-15,0 0-3 0,10 1-3 0,-10-1 21 0,0 0 4 16,0 0 8-16,0 0 6 0,1 7-2 15,-1-7 6-15,0 0-1 0,0 0 3 0,0 0 2 0,-1 7 8 16,1-7 4-16,0 0 8 0,0 0 15 0,0 0 0 16,0 0-2-16,0 0-9 0,12 0-2 0,-12 0-22 15,5-4-10-15,-5 4-10 0,6-5-8 0,-6 5 9 16,9-5 9-16,-9 5 0 0,8-7 6 0,-8 7 11 16,10-7 2-16,-10 7-8 0,10-7 19 0,-10 7 16 0,7-4 6 15,-7 4 13-15,4-3 14 0,-4 3 15 16,0 0 13-16,7-3-3 0,-7 3 8 0,0 0 8 15,0 0 9-15,0 0 6 0,7-4 4 0,-7 4 6 0,0 0 1 16,0 0 3-16,0 0 7 0,0 0 10 0,8-4-7 16,-8 4-10-16,0 0 110 0,10-3-285 0,-10 3 151 15,0 0-16-15,8-1-9 0,-8 1 2 0,0 0-42 16,0 0 62-16,8-2-28 0,-8 2 0 0,0 0 18 16,6 4-5-16,-6-4 9 0,0 0-10 0,6 4 17 15,-6-4 5-15,0 0 1 0,7 6-9 0,-7-6 17 16,6 5-1-16,-6-5 32 0,8 7 2 0,-8-7-5 0,12 7-27 15,-7-2-8-15,2-3-10 0,-1 3-8 16,2-1-7-16,1-1-12 0,0 0 2 0,0 0-56 16,2 0 80-16,0 1-78 0,0-2-45 0,0 1-30 0,3-2-43 15,-3 1-25-15,3 0-54 0,0 1-41 0,-1-2-97 16,2 1-98-16,1-1-92 0,-1 1-152 0,-5-1-103 16,4-1-37-16,2 2-775 0,-3-1-516 0</inkml:trace>
  <inkml:trace contextRef="#ctx0" brushRef="#br0" timeOffset="3">1566-87 0 0,'0'0'1017'15,"0"0"-495"-15,0 0-28 0,-6-4-59 0,6 4-49 16,0 0-3-16,0 0-38 0,0 0-37 0,0 0-38 0,0 0-31 16,0 0-20-16,0 0-24 0,0 0-24 0,0 0-18 15,0 0-15-15,0 0-13 0,0 0-14 0,1 6-20 16,-1-6-7-16,0 0-10 0,0 0-19 0,0 0-2 16,0 0-6-16,0 0 5 0,0 0 2 0,-1 7-1 15,1-7 1-15,0 0-5 0,0 0-8 0,1 8-7 16,-1-8 2-16,0 0-12 0,0 8 43 0,0-8-57 15,0 0-3-15,-1 9 3 0,1-9-8 0,0 7-2 16,0-7 9-16,0 6-2 0,0-6 1 0,0 0-7 0,0 9-5 16,0-9 8-16,0 0 2 0,0 7-4 15,0-7 6-15,0 0 1 0,0 0 2 0,0 0-8 0,0 0-62 16,0 0 77-16,0 0 17 0,0 0-4 0,0 0 1 16,0 0 2-16,0 0-6 0,0 0 6 0,0 0 10 15,0 0 0-15,0 0-17 0,0 0 0 0,0 0-3 16,0 0-8-16,0 0-6 0,0 0 39 0,1-7-38 15,-1 7-5-15,0 0-14 0,4-7 6 0,-4 7-6 16,3-7 4-16,-3 7 5 0,4-6-12 0,-4 6 11 16,6-5-11-16,-6 5 29 0,7-5-10 0,-7 5-4 15,7-6-8-15,-7 6 4 0,6-3-8 0,-6 3-1 0,10-5-12 16,-10 5 8-16,9-3 0 0,-9 3 3 0,9-3 0 16,-9 3-6-16,8-2 19 0,-8 2 83 15,0 0-120-15,8-2 1 0,-8 2 17 0,0 0-10 0,0 0 11 16,0 0 5-16,6-4 30 0,-6 4-33 0,0 0-7 15,0 0 12-15,0 0-6 0,0 0-6 0,0 0 1 16,0 0-15-16,0 0-3 0,0 0 3 0,0 0-32 16,0 0-17-16,0 0-11 0,0 0-10 0,0 0 14 0,0 0 21 15,0 0 13-15,-8 4 12 0,8-4 12 16,-8 3 1-16,8-3 8 0,-10 4 7 0,10-4 0 16,-14 3 9-16,14-3-2 0,-16 3 3 0,9-1-1 0,-2-1 3 15,-2 1-2-15,3 1-8 0,-3-1-1 0,11-2 1 16,-14 3-5-16,4-2 5 0,10-1-18 0,-13 5 6 15,13-5 0-15,-11 3-2 0,11-3 7 0,-7 3-5 16,7-3 6-16,0 0 2 0,0 0 3 0,-8 2 4 16,8-2 7-16,0 0 0 0,0 0 6 0,0 0 4 15,0 0 3-15,0 0 8 0,0 0-1 0,0 0-14 16,0 0 19-16,0 0-4 0,0 0 0 0,10 1-5 16,-10-1 3-16,0 0-7 0,15-1 7 0,-15 1-3 15,13-1-3-15,-13 1-2 0,16-1 0 0,-16 1-1 16,18-4-5-16,-9 3-3 0,0 0-17 0,1 0 6 0,-1-1-5 15,1 0-12-15,-2 2-13 0,-8 0-12 0,17-2-8 16,-9 1-13-16,-8 1-5 0,14-3-12 0,-14 3-3 16,11-1-56-16,-11 1 64 0,9-2-10 0,-9 2-6 15,0 0-18-15,12-2-21 0,-12 2-43 0,0 0-64 16,9-3-68-16,-9 3-61 0,0 0-29 0,7-4 24 16,-7 4-140-16,4-5-315 0,-4 5-85 0</inkml:trace>
  <inkml:trace contextRef="#ctx0" brushRef="#br0" timeOffset="4">923 24 0 0,'0'0'686'0,"0"0"-405"0,0 0-21 0,0 0 1 16,0 0-13-16,0 0-23 0,0 0-20 15,0 0-24-15,0 0-48 0,-8 2-20 0,8-2-29 16,0 0-14-16,0 0-9 0,0 0-11 0,-3 6-4 0,3-6-10 15,0 0 17-15,0 0-4 0,0 0 10 0,0 0-2 16,0 0 14-16,0 0 22 0,0 0 12 0,0 0 14 16,0 0 13-16,0 0 7 0,0 0 4 0,0 0 3 15,0 0-8-15,0 0 1 0,0 0-4 0,0 0-5 16,0 0-14-16,0 0-17 0,0 0-11 0,5 3-8 16,-5-3-19-16,0 0-6 0,0 0-12 0,13 0 9 15,-13 0-19-15,0 0-13 0,12 0 0 0,-12 0-3 16,11 0-2-16,-11 0 4 0,9-1-9 0,-9 1-5 0,10-2 4 15,-10 2-2-15,0 0 11 0,11-2-10 16,-11 2 3-16,0 0 11 0,9-4 11 0,-9 4 9 0,0 0 7 16,0 0 5-16,6-3-2 0,-6 3-2 0,0 0-12 15,0 0-3-15,0 0-5 0,0 0-9 0,0 0-3 16,0 0-6-16,1-8-4 0,-1 8 4 0,0 0 7 16,0 0-20-16,-2-6-2 0,2 6 4 0,0 0-1 15,0 0 3-15,-1-8-6 0,1 8 0 0,0 0 0 16,0 0 1-16,0 0-2 0,0 0-6 0,0 0 5 15,0 0-1-15,0 0 1 0,0 0 2 0,0 0-4 16,0 0 32-16,0 0 18 0,0 0-9 0,0 0 1 0,0 0 10 16,0 0 10-16,0 0 0 0,0 0 10 15,0 0 7-15,0 0-13 0,0 0-3 0,0 0-4 0,0 0 6 16,0 0-9-16,0 0 4 0,0 0 91 0,0 0-137 16,0 0 14-16,0 0 11 0,0 0-3 0,0 9-3 15,0-9-6-15,0 9-2 0,0-9 2 0,0 9-24 16,0-9-39-16,0 8-66 0,0-8-142 0,-2 8-39 15,2-8-128-15,-1 9-147 0,1-9-142 0,-2 6-51 16,2-6-812-16,-2 9-503 0</inkml:trace>
  <inkml:trace contextRef="#ctx0" brushRef="#br0" timeOffset="5">1650-173 0 0,'0'0'754'0,"0"0"-455"0,0 0-70 0,0 0 61 0,0 0-28 15,0 0-43-15,0 0-41 0,0 0-29 0,0 0-51 16,0 0 47-16,0 0-78 0,0 0-13 0,0 0 9 15,0 0 24-15,0 0 19 0,0 0 9 0,0 0-2 16,0 0 1-16,0 0-3 0,0 0-6 0,-3 5-8 16,3-5-15-16,0 0-17 0,0 0 23 0,0 0-9 15,1 8 2-15,-1-8 8 0,0 0 5 0,0 0-8 16,0 0 4-16,4 5 16 0,-4-5-23 0,0 0-2 0,0 0-26 16,0 0 7-16,7 3-17 0,-7-3-10 15,0 0-4-15,10 0-10 0,-10 0-17 0,8-5-12 0,-8 5-20 16,0 0-5-16,0 0-7 0,12-2-6 0,-12 2 4 15,0 0-15-15,0 0-14 0,6-4 2 0,-6 4-20 16,0 0 20-16,0 0-41 0,0 0 21 0,0 0-22 16,0 0 2-16,0 0 19 0,0 0 1 0,0 0 16 15,3-5 16-15,-3 5 7 0,0 0 11 0,0 0 12 16,0 0-1-16,0 0 15 0,0 0 6 0,0 0 7 16,0 0 14-16,0 0-14 0,0 0-6 0,0 0-97 15,0 0 151-15,0 0 7 0,0 0 17 0,-4 4-4 0,4-4 38 16,0 0-33-16,-4 7-4 0,4-7 13 15,0 0-19-15,-4 8 4 0,4-8-14 0,0 0-24 0,-2 8 6 16,2-8 5-16,0 0-7 0,-1 7-3 0,1-7-41 16,0 0-55-16,0 0-49 0,0 0-104 0,0 9-101 15,0-9-111-15,0 0-46 0,0 0-631 0,0 0-298 16</inkml:trace>
  <inkml:trace contextRef="#ctx0" brushRef="#br0" timeOffset="6">1718-289 0 0,'0'0'1884'15,"0"0"-962"-15,0 0-21 0,0 0-93 0,0 0-93 16,0 0-64-16,0 0-69 0,0 0-46 0,0 0-20 16,0 0-98-16,0 0-90 0,0 0-68 0,0 0-58 0,0 0-60 15,3-7-72-15,-3 7-96 0,0 0-81 0,6-5-83 16,-6 5-81-16,0 0-48 0,4-5-129 0,-4 5-205 16,0 0-128-16,0 0-191 0,0 0-150 0,0 0-550 15,0 0-539-15</inkml:trace>
  <inkml:trace contextRef="#ctx0" brushRef="#br0" timeOffset="7">743-38 0 0,'0'0'687'0,"0"0"-270"0,0 0 23 0,0 0-6 0,0 0-23 16,0 0-21-16,0 0 5 0,0 0-24 0,0 0 5 15,0 0-11-15,0 0-13 0,0 0-9 0,0 0-31 16,0 0-19-16,0 0-14 0,0 0-22 0,0 0-22 16,0 0-31-16,0 0-10 0,0 0-24 0,0 0 13 15,0 0-8-15,0 0-53 0,0 0-9 0,0 0-28 0,0 0-22 16,0 0-7-16,0 0-21 0,-3 7 13 0,3-7-16 15,0 0 7-15,1 9-2 0,-1-9-3 0,1 8-16 16,-1-8 6-16,2 11 9 0,-2-11-60 0,2 10-49 16,-2-10-48-16,3 9-70 0,-3-9-51 0,1 10-145 15,-1-10-76-15,1 9-161 0,-1-9-190 0,-2 7-59 16,2-7-852-16,-2 6-561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4T10:22:24.416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 contextRef="#ctx0" brushRef="#br0">25-170 0 0,'0'0'723'16,"0"0"-303"-16,4-6 27 0,-4 6-27 0,5-7-21 16,-5 7-11-16,3-7 23 0,-3 7 6 0,4-6-28 15,-4 6-19-15,0 0-29 0,2-8-34 0,-2 8-31 16,0 0-30-16,0 0-14 0,3-5-157 0,-3 5 139 0,0 0-34 16,0 0-22-16,0 0-19 0,0 0-38 0,0 0 7 15,0 0-19-15,0 0-25 0,0 0-22 0,0 0 3 16,0 0-31-16,0 0 7 0,0 0-13 0,0 0-16 15,1 8 16-15,-1-8-1 0,-1 13 40 0,1-4-42 16,-2 0-4-16,1 2 2 0,-3 1 3 0,1 0-7 16,0 3 23-16,-1-2 4 0,0 2-26 0,1-1 12 15,0 3 54-15,-1-2-43 0,2 0 11 0,-2-1-17 16,3 1 5-16,-2-2-37 0,2 0 33 0,-1 0-16 16,1 0 17-16,1-3-8 0,-1 1-11 0,1-3 7 15,0 1-3-15,0-2 6 0,1 0-4 0,-1-7-3 16,2 12 17-16,-2-12-12 0,3 7 10 0,-3-7 7 0,5 6 90 15,-5-6-72-15,7 4 13 0,-7-4 10 0,9 1 6 16,-9-1-25-16,13-3 45 0,-7 0-50 0,2-2-15 16,1 0-11-16,-1 0-2 0,1-3-20 0,-2-1-31 15,3 0-52-15,1-3-25 0,0-1-49 0,0 0-59 16,1-1-86-16,1-1-99 0,1 0-87 0,0 0-125 16,0 2-123-16,-1-2-12 0,-1 2-22 0,2 1-590 15,-2 1-434-15</inkml:trace>
  <inkml:trace contextRef="#ctx0" brushRef="#br0" timeOffset="1">315 39 0 0,'0'0'711'0,"0"0"-276"0,0 0 42 0,0 0-34 0,0 0-98 15,0 0 25-15,0 0-14 0,0 0-25 0,0 0-50 16,0 0-34-16,0 0-42 0,0 0-26 0,0 0-31 16,0 0-27-16,0 0-27 0,0 0-21 0,0 0-3 15,-2 6 21-15,2-6 34 0,0 0 13 0,-4 9-3 16,4-9 6-16,-4 9-1 0,4-9 0 0,-7 10-1 15,3-3-9-15,0-1-18 0,0 2-13 0,1 0-12 16,-1-2-7-16,1 2-19 0,0-1 1 0,-1-1-17 0,1 1-7 16,1-1-10-16,2-6-4 0,-4 10-6 0,4-10-5 15,-3 9 2-15,3-9-5 0,-1 7 6 16,1-7-1-16,0 0 1 0,0 0 8 0,-2 6-1 0,2-6 33 16,0 0 10-16,0 0 7 0,0 0-1 0,0 0-18 15,0 0 1-15,10-3 35 0,-10 3-71 0,9-7 2 16,-4 2-5-16,4 2-2 0,-4-1-9 0,1-1 69 15,-2 0-82-15,2-1 0 0,-1 2-3 0,1-1 4 16,-6 5 8-16,8-7 2 0,-8 7-7 0,7-5-1 16,-7 5 4-16,4-4 1 0,-4 4-8 0,0 0-17 15,0 0 18-15,6-4-4 0,-6 4-148 0,0 0 162 0,0 0 1 16,0 0-2-16,0 0-2 0,0 0 8 0,4 7-7 16,-4-7-1-16,0 0 1 0,-1 7-2 15,1-7-6-15,-2 7 12 0,2-7-2 0,0 8-1 0,0-8-6 16,1 6 15-16,-1-6 31 0,0 0-51 0,0 10 4 15,0-10 4-15,5 4-2 0,-5-4-14 0,0 0 52 16,0 0-30-16,0 0 7 0,3 5-1 0,-3-5 6 16,0 0-6-16,0 0 1 0,11-2 1 0,-11 2-2 15,11-3-21-15,-5-1 15 0,1 0 2 0,0 1-8 16,1-1-14-16,-1-1 146 0,1 1-176 0,-2 0 3 16,1 0 9-16,-7 4 9 0,10-5-13 0,-10 5 1 0,7-3 14 15,-7 3-7-15,0 0 14 0,0 0-11 0,7-4-2 16,-7 4 5-16,0 0-4 0,0 0 16 0,0 0 5 15,0 0-5-15,7 5 5 0,-7-5-2 0,0 0 3 16,0 0-1-16,0 0 3 0,1 6-7 0,-1-6 25 16,0 0-9-16,0 0 3 0,6 4 5 0,-6-4-153 15,0 0 188-15,0 0-5 0,0 0 1 0,10 2-5 16,-10-2-12-16,0 0 1 0,11-3-10 0,-11 3-1 16,8-3-6-16,-8 3-2 0,11-4 0 0,-11 4-4 15,9-3 28-15,-9 3-48 0,9-2-20 0,-9 2 18 16,8-3-6-16,-8 3-2 0,0 0-3 0,8-2-4 15,-8 2-11-15,0 0 8 0,0 0 9 0,0 0-8 0,0 0 0 16,0 0-4-16,11 2 32 0,-11-2-9 16,0 0 17-16,0 0-13 0,0 0 4 0,0 0-1 0,0 0 5 15,0 0 4-15,0 0 0 0,0 0 2 0,0 0 1 16,0 0-2-16,0 0 3 0,7 1-3 0,-7-1-24 16,0 0 39-16,0 0-16 0,0 0-1 0,0 0 3 15,0 0 10-15,11-1-9 0,-11 1-9 0,0 0-16 16,10-3 6-16,-10 3-27 0,7-2-6 0,-7 2-16 15,10-6-17-15,-10 6 9 0,11-2 9 0,-11 2 2 16,10-3 8-16,-10 3 7 0,8-1 8 0,-8 1 10 16,0 0 8-16,0 0 7 0,11 0-10 0,-11 0 36 0,0 0 15 15,0 0 25-15,0 0-12 0,0 0 11 0,0 0-8 16,9-3-3-16,-9 3-35 0,0 0 26 0,0 0-10 16,8-4-3-16,-8 4-1 0,0 0-8 0,8-4 16 15,-8 4 0-15,0 0-10 0,5-5 10 0,-5 5 1 16,0 0-74-16,0 0 86 0,0 0-9 0,0 0 7 15,0 0-22-15,0 0-5 0,5-4-8 0,-5 4 4 16,0 0-10-16,0 0 3 0,0 0-23 0,0 0 19 16,0 0-3-16,0 0 7 0,0 0 0 0,3 5-6 15,-3-5 8-15,0 0-6 0,2 7-3 0,-2-7 4 16,0 0 5-16,1 8 0 0,-1-8 4 0,0 7 1 0,0-7 7 16,-2 7 0-16,2-7-6 0,1 7-3 0,-1-7 7 15,0 0 1-15,1 9 142 0,-1-9-167 0,0 0 14 16,0 7-19-16,0-7-17 0,0 0-17 0,0 0-55 15,0 0-25-15,0 0-93 0,14 1-157 0,-14-1-192 16,15-6-194-16,-6 1-73 0,3-1-776 0,1 0-522 16</inkml:trace>
  <inkml:trace contextRef="#ctx0" brushRef="#br0" timeOffset="2">1050-37 0 0,'0'0'416'0,"-7"3"-113"0,7-3-19 0,0 0 11 0,0 0 7 16,-6 5-8-16,6-5-20 0,0 0-5 0,0 0 6 15,0 0 17-15,0 0 16 0,1 9-3 0,-1-9-6 16,0 0-12-16,8 3-25 0,-8-3-37 0,10 2-13 16,-10-2-31-16,14 0-24 0,-14 0-20 0,14 0-19 15,-5-4-14-15,-1 6-8 0,-8-2-16 0,17-1-5 16,-17 1-24-16,17-2 23 0,-9 0-8 0,-8 2-1 0,17-2 3 16,-17 2 3-16,15-4-72 0,-7 3 91 0,-8 1 1 15,14-5 5-15,-7 3-18 0,-7 2 15 0,13-5-27 16,-6 2 24-16,-2 0-18 0,0-1 37 0,2 0-26 15,-7 4 10-15,10-6-37 0,-5 2-5 0,-5 4 17 16,9-8-23-16,-9 8 13 0,6-8-15 0,-6 8 9 16,6-7-16-16,-6 7 1 0,3-7-1 0,-3 7-9 15,0 0-4-15,4-7-16 0,-4 7 0 0,0 0 2 16,-2-8-21-16,2 8 3 0,-4-6-19 0,4 6-36 16,-7-3 24-16,7 3-22 0,-11-5 10 0,11 5 8 15,-13-4-17-15,13 4 18 0,-13-3-13 0,13 3-5 0,-14-2 4 16,14 2 0-16,-12-2-2 0,12 2 44 0,-12-1-20 15,12 1 9-15,-10-1 1 0,10 1-5 0,-11-1 17 16,11 1 5-16,-10-1 16 0,10 1-26 0,0 0 12 16,-15-1 7-16,15 1 2 0,-10 0-8 0,10 0-8 15,-11 1 13-15,11-1 5 0,-10 2-2 0,10-2-2 16,-15 2-6-16,15-2 14 0,-15 2 37 0,15-2-53 16,-16 4 6-16,9-1-16 0,-1-1 23 0,0 2-10 15,0-2 51-15,-1 2-64 0,1 0-3 0,-1 1 8 16,0 0 16-16,1 1-4 0,-2-2 3 0,1 2 10 15,1 0-3-15,-1 0-5 0,1 2-59 0,0 0 73 0,-1-1-7 16,1 1 41-16,-2 1-44 0,2-1 33 0,-1 2-9 16,1-1-19-16,-1 0 8 0,2 0-2 0,-1 1-15 15,3-1 15-15,0 1-9 0,-2-1 2 0,3-1-11 16,-1 2 62-16,3-2-56 0,0 0-9 0,0-1 8 16,1 1-4-16,1-1 2 0,1 0 38 0,-1-7-38 15,4 14-11-15,-2-7 6 0,2-3-9 0,-1 1 21 16,1-1-15-16,-4-4 1 0,9 8 21 0,-9-8-11 0,12 7-50 15,-12-7 52-15,11 3 0 0,-11-3 2 16,16 1 4-16,-16-1-2 0,17-1-11 0,-6-1 5 16,-1-1 1-16,2 1 0 0,-1-1-17 0,0-1 8 0,2-1 5 15,-1 0-5-15,0 1 140 0,-1-2-165 0,1 1 7 16,-1-1 3-16,-1 1-5 0,-1 1 14 0,-1-1 52 16,0 1-65-16,-3 0 6 0,2 0 10 0,-7 4 0 15,11-5-7-15,-11 5 7 0,7-4-8 0,-7 4 8 16,6-3 2-16,-6 3-7 0,0 0 20 0,0 0-26 15,5-5-10-15,-5 5-12 0,0 0-7 0,0 0-9 16,0 0-9-16,0 0-7 0,0 0-30 0,0 0-3 16,0 0 24-16,0 0 17 0,0 0 8 0,0 0 13 0,0 0 4 15,3 7 7-15,-3-7 7 0,0 0 1 16,-2 7 9-16,2-7 1 0,0 0 16 0,0 8-18 0,0-8 4 16,0 0 1-16,-1 7 2 0,1-7 0 0,0 0 21 15,0 0-17-15,5 7 5 0,-5-7 12 0,0 0 0 16,5 4 16-16,-5-4 2 0,10 2-9 0,-10-2-10 15,12 0 9-15,-12 0-7 0,15-2-2 0,-15 2-4 16,15-3-3-16,-7 0-4 0,-1 0 0 0,2 0-10 16,-1-1 1-16,-1 0-2 0,0 0-1 0,0 1-3 15,-7 3-5-15,11-6 1 0,-11 6-1 0,7-3-9 16,-7 3-85-16,0 0 96 0,7-4-15 0,-7 4 2 0,0 0 8 16,0 0-2-16,0 0 7 0,0 0 10 15,3 7-3-15,-3-7 8 0,0 0-5 0,0 0 9 0,0 7 5 16,0-7 9-16,0 0 8 0,0 0 32 0,0 0-3 15,0 0 6-15,4 5 17 0,-4-5 7 0,0 0-13 16,0 0 2-16,0 0-19 0,7-5 6 0,-7 5-25 16,9 0-6-16,-9 0-7 0,10-3 3 0,-10 3-11 15,10-2-10-15,-10 2-16 0,11-2-7 0,-11 2-10 16,10-5 25-16,-10 5-44 0,10-2-10 0,-10 2 4 16,0 0-10-16,9-1 3 0,-9 1-3 0,0 0-17 15,0 0-6-15,0 0-3 0,10 1-3 0,-10-1 21 0,0 0 4 16,0 0 8-16,0 0 6 0,1 7-2 15,-1-7 6-15,0 0-1 0,0 0 3 0,0 0 2 0,-1 7 8 16,1-7 4-16,0 0 8 0,0 0 15 0,0 0 0 16,0 0-2-16,0 0-9 0,12 0-2 0,-12 0-22 15,5-4-10-15,-5 4-10 0,6-5-8 0,-6 5 9 16,9-5 9-16,-9 5 0 0,8-7 6 0,-8 7 11 16,10-7 2-16,-10 7-8 0,10-7 19 0,-10 7 16 0,7-4 6 15,-7 4 13-15,4-3 14 0,-4 3 15 16,0 0 13-16,7-3-3 0,-7 3 8 0,0 0 8 15,0 0 9-15,0 0 6 0,7-4 4 0,-7 4 6 0,0 0 1 16,0 0 3-16,0 0 7 0,0 0 10 0,8-4-7 16,-8 4-10-16,0 0 110 0,10-3-285 0,-10 3 151 15,0 0-16-15,8-1-9 0,-8 1 2 0,0 0-42 16,0 0 62-16,8-2-28 0,-8 2 0 0,0 0 18 16,6 4-5-16,-6-4 9 0,0 0-10 0,6 4 17 15,-6-4 5-15,0 0 1 0,7 6-9 0,-7-6 17 16,6 5-1-16,-6-5 32 0,8 7 2 0,-8-7-5 0,12 7-27 15,-7-2-8-15,2-3-10 0,-1 3-8 16,2-1-7-16,1-1-12 0,0 0 2 0,0 0-56 16,2 0 80-16,0 1-78 0,0-2-45 0,0 1-30 0,3-2-43 15,-3 1-25-15,3 0-54 0,0 1-41 0,-1-2-97 16,2 1-98-16,1-1-92 0,-1 1-152 0,-5-1-103 16,4-1-37-16,2 2-775 0,-3-1-516 0</inkml:trace>
  <inkml:trace contextRef="#ctx0" brushRef="#br0" timeOffset="3">1566-87 0 0,'0'0'1017'15,"0"0"-495"-15,0 0-28 0,-6-4-59 0,6 4-49 16,0 0-3-16,0 0-38 0,0 0-37 0,0 0-38 0,0 0-31 16,0 0-20-16,0 0-24 0,0 0-24 0,0 0-18 15,0 0-15-15,0 0-13 0,0 0-14 0,1 6-20 16,-1-6-7-16,0 0-10 0,0 0-19 0,0 0-2 16,0 0-6-16,0 0 5 0,0 0 2 0,-1 7-1 15,1-7 1-15,0 0-5 0,0 0-8 0,1 8-7 16,-1-8 2-16,0 0-12 0,0 8 43 0,0-8-57 15,0 0-3-15,-1 9 3 0,1-9-8 0,0 7-2 16,0-7 9-16,0 6-2 0,0-6 1 0,0 0-7 0,0 9-5 16,0-9 8-16,0 0 2 0,0 7-4 15,0-7 6-15,0 0 1 0,0 0 2 0,0 0-8 0,0 0-62 16,0 0 77-16,0 0 17 0,0 0-4 0,0 0 1 16,0 0 2-16,0 0-6 0,0 0 6 0,0 0 10 15,0 0 0-15,0 0-17 0,0 0 0 0,0 0-3 16,0 0-8-16,0 0-6 0,0 0 39 0,1-7-38 15,-1 7-5-15,0 0-14 0,4-7 6 0,-4 7-6 16,3-7 4-16,-3 7 5 0,4-6-12 0,-4 6 11 16,6-5-11-16,-6 5 29 0,7-5-10 0,-7 5-4 15,7-6-8-15,-7 6 4 0,6-3-8 0,-6 3-1 0,10-5-12 16,-10 5 8-16,9-3 0 0,-9 3 3 0,9-3 0 16,-9 3-6-16,8-2 19 0,-8 2 83 15,0 0-120-15,8-2 1 0,-8 2 17 0,0 0-10 0,0 0 11 16,0 0 5-16,6-4 30 0,-6 4-33 0,0 0-7 15,0 0 12-15,0 0-6 0,0 0-6 0,0 0 1 16,0 0-15-16,0 0-3 0,0 0 3 0,0 0-32 16,0 0-17-16,0 0-11 0,0 0-10 0,0 0 14 0,0 0 21 15,0 0 13-15,-8 4 12 0,8-4 12 16,-8 3 1-16,8-3 8 0,-10 4 7 0,10-4 0 16,-14 3 9-16,14-3-2 0,-16 3 3 0,9-1-1 0,-2-1 3 15,-2 1-2-15,3 1-8 0,-3-1-1 0,11-2 1 16,-14 3-5-16,4-2 5 0,10-1-18 0,-13 5 6 15,13-5 0-15,-11 3-2 0,11-3 7 0,-7 3-5 16,7-3 6-16,0 0 2 0,0 0 3 0,-8 2 4 16,8-2 7-16,0 0 0 0,0 0 6 0,0 0 4 15,0 0 3-15,0 0 8 0,0 0-1 0,0 0-14 16,0 0 19-16,0 0-4 0,0 0 0 0,10 1-5 16,-10-1 3-16,0 0-7 0,15-1 7 0,-15 1-3 15,13-1-3-15,-13 1-2 0,16-1 0 0,-16 1-1 16,18-4-5-16,-9 3-3 0,0 0-17 0,1 0 6 0,-1-1-5 15,1 0-12-15,-2 2-13 0,-8 0-12 0,17-2-8 16,-9 1-13-16,-8 1-5 0,14-3-12 0,-14 3-3 16,11-1-56-16,-11 1 64 0,9-2-10 0,-9 2-6 15,0 0-18-15,12-2-21 0,-12 2-43 0,0 0-64 16,9-3-68-16,-9 3-61 0,0 0-29 0,7-4 24 16,-7 4-140-16,4-5-315 0,-4 5-85 0</inkml:trace>
  <inkml:trace contextRef="#ctx0" brushRef="#br0" timeOffset="4">923 24 0 0,'0'0'686'0,"0"0"-405"0,0 0-21 0,0 0 1 16,0 0-13-16,0 0-23 0,0 0-20 15,0 0-24-15,0 0-48 0,-8 2-20 0,8-2-29 16,0 0-14-16,0 0-9 0,0 0-11 0,-3 6-4 0,3-6-10 15,0 0 17-15,0 0-4 0,0 0 10 0,0 0-2 16,0 0 14-16,0 0 22 0,0 0 12 0,0 0 14 16,0 0 13-16,0 0 7 0,0 0 4 0,0 0 3 15,0 0-8-15,0 0 1 0,0 0-4 0,0 0-5 16,0 0-14-16,0 0-17 0,0 0-11 0,5 3-8 16,-5-3-19-16,0 0-6 0,0 0-12 0,13 0 9 15,-13 0-19-15,0 0-13 0,12 0 0 0,-12 0-3 16,11 0-2-16,-11 0 4 0,9-1-9 0,-9 1-5 0,10-2 4 15,-10 2-2-15,0 0 11 0,11-2-10 16,-11 2 3-16,0 0 11 0,9-4 11 0,-9 4 9 0,0 0 7 16,0 0 5-16,6-3-2 0,-6 3-2 0,0 0-12 15,0 0-3-15,0 0-5 0,0 0-9 0,0 0-3 16,0 0-6-16,1-8-4 0,-1 8 4 0,0 0 7 16,0 0-20-16,-2-6-2 0,2 6 4 0,0 0-1 15,0 0 3-15,-1-8-6 0,1 8 0 0,0 0 0 16,0 0 1-16,0 0-2 0,0 0-6 0,0 0 5 15,0 0-1-15,0 0 1 0,0 0 2 0,0 0-4 16,0 0 32-16,0 0 18 0,0 0-9 0,0 0 1 0,0 0 10 16,0 0 10-16,0 0 0 0,0 0 10 15,0 0 7-15,0 0-13 0,0 0-3 0,0 0-4 0,0 0 6 16,0 0-9-16,0 0 4 0,0 0 91 0,0 0-137 16,0 0 14-16,0 0 11 0,0 0-3 0,0 9-3 15,0-9-6-15,0 9-2 0,0-9 2 0,0 9-24 16,0-9-39-16,0 8-66 0,0-8-142 0,-2 8-39 15,2-8-128-15,-1 9-147 0,1-9-142 0,-2 6-51 16,2-6-812-16,-2 9-503 0</inkml:trace>
  <inkml:trace contextRef="#ctx0" brushRef="#br0" timeOffset="5">1650-173 0 0,'0'0'754'0,"0"0"-455"0,0 0-70 0,0 0 61 0,0 0-28 15,0 0-43-15,0 0-41 0,0 0-29 0,0 0-51 16,0 0 47-16,0 0-78 0,0 0-13 0,0 0 9 15,0 0 24-15,0 0 19 0,0 0 9 0,0 0-2 16,0 0 1-16,0 0-3 0,0 0-6 0,-3 5-8 16,3-5-15-16,0 0-17 0,0 0 23 0,0 0-9 15,1 8 2-15,-1-8 8 0,0 0 5 0,0 0-8 16,0 0 4-16,4 5 16 0,-4-5-23 0,0 0-2 0,0 0-26 16,0 0 7-16,7 3-17 0,-7-3-10 15,0 0-4-15,10 0-10 0,-10 0-17 0,8-5-12 0,-8 5-20 16,0 0-5-16,0 0-7 0,12-2-6 0,-12 2 4 15,0 0-15-15,0 0-14 0,6-4 2 0,-6 4-20 16,0 0 20-16,0 0-41 0,0 0 21 0,0 0-22 16,0 0 2-16,0 0 19 0,0 0 1 0,0 0 16 15,3-5 16-15,-3 5 7 0,0 0 11 0,0 0 12 16,0 0-1-16,0 0 15 0,0 0 6 0,0 0 7 16,0 0 14-16,0 0-14 0,0 0-6 0,0 0-97 15,0 0 151-15,0 0 7 0,0 0 17 0,-4 4-4 0,4-4 38 16,0 0-33-16,-4 7-4 0,4-7 13 15,0 0-19-15,-4 8 4 0,4-8-14 0,0 0-24 0,-2 8 6 16,2-8 5-16,0 0-7 0,-1 7-3 0,1-7-41 16,0 0-55-16,0 0-49 0,0 0-104 0,0 9-101 15,0-9-111-15,0 0-46 0,0 0-631 0,0 0-298 16</inkml:trace>
  <inkml:trace contextRef="#ctx0" brushRef="#br0" timeOffset="6">1718-289 0 0,'0'0'1884'15,"0"0"-962"-15,0 0-21 0,0 0-93 0,0 0-93 16,0 0-64-16,0 0-69 0,0 0-46 0,0 0-20 16,0 0-98-16,0 0-90 0,0 0-68 0,0 0-58 0,0 0-60 15,3-7-72-15,-3 7-96 0,0 0-81 0,6-5-83 16,-6 5-81-16,0 0-48 0,4-5-129 0,-4 5-205 16,0 0-128-16,0 0-191 0,0 0-150 0,0 0-550 15,0 0-539-15</inkml:trace>
  <inkml:trace contextRef="#ctx0" brushRef="#br0" timeOffset="7">743-38 0 0,'0'0'687'0,"0"0"-270"0,0 0 23 0,0 0-6 0,0 0-23 16,0 0-21-16,0 0 5 0,0 0-24 0,0 0 5 15,0 0-11-15,0 0-13 0,0 0-9 0,0 0-31 16,0 0-19-16,0 0-14 0,0 0-22 0,0 0-22 16,0 0-31-16,0 0-10 0,0 0-24 0,0 0 13 15,0 0-8-15,0 0-53 0,0 0-9 0,0 0-28 0,0 0-22 16,0 0-7-16,0 0-21 0,-3 7 13 0,3-7-16 15,0 0 7-15,1 9-2 0,-1-9-3 0,1 8-16 16,-1-8 6-16,2 11 9 0,-2-11-60 0,2 10-49 16,-2-10-48-16,3 9-70 0,-3-9-51 0,1 10-145 15,-1-10-76-15,1 9-161 0,-1-9-190 0,-2 7-59 16,2-7-852-16,-2 6-561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4T10:22:31.341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 contextRef="#ctx0" brushRef="#br0">25-170 0 0,'0'0'723'16,"0"0"-303"-16,4-6 27 0,-4 6-27 0,5-7-21 16,-5 7-11-16,3-7 23 0,-3 7 6 0,4-6-28 15,-4 6-19-15,0 0-29 0,2-8-34 0,-2 8-31 16,0 0-30-16,0 0-14 0,3-5-157 0,-3 5 139 0,0 0-34 16,0 0-22-16,0 0-19 0,0 0-38 0,0 0 7 15,0 0-19-15,0 0-25 0,0 0-22 0,0 0 3 16,0 0-31-16,0 0 7 0,0 0-13 0,0 0-16 15,1 8 16-15,-1-8-1 0,-1 13 40 0,1-4-42 16,-2 0-4-16,1 2 2 0,-3 1 3 0,1 0-7 16,0 3 23-16,-1-2 4 0,0 2-26 0,1-1 12 15,0 3 54-15,-1-2-43 0,2 0 11 0,-2-1-17 16,3 1 5-16,-2-2-37 0,2 0 33 0,-1 0-16 16,1 0 17-16,1-3-8 0,-1 1-11 0,1-3 7 15,0 1-3-15,0-2 6 0,1 0-4 0,-1-7-3 16,2 12 17-16,-2-12-12 0,3 7 10 0,-3-7 7 0,5 6 90 15,-5-6-72-15,7 4 13 0,-7-4 10 0,9 1 6 16,-9-1-25-16,13-3 45 0,-7 0-50 0,2-2-15 16,1 0-11-16,-1 0-2 0,1-3-20 0,-2-1-31 15,3 0-52-15,1-3-25 0,0-1-49 0,0 0-59 16,1-1-86-16,1-1-99 0,1 0-87 0,0 0-125 16,0 2-123-16,-1-2-12 0,-1 2-22 0,2 1-590 15,-2 1-434-15</inkml:trace>
  <inkml:trace contextRef="#ctx0" brushRef="#br0" timeOffset="1">315 39 0 0,'0'0'711'0,"0"0"-276"0,0 0 42 0,0 0-34 0,0 0-98 15,0 0 25-15,0 0-14 0,0 0-25 0,0 0-50 16,0 0-34-16,0 0-42 0,0 0-26 0,0 0-31 16,0 0-27-16,0 0-27 0,0 0-21 0,0 0-3 15,-2 6 21-15,2-6 34 0,0 0 13 0,-4 9-3 16,4-9 6-16,-4 9-1 0,4-9 0 0,-7 10-1 15,3-3-9-15,0-1-18 0,0 2-13 0,1 0-12 16,-1-2-7-16,1 2-19 0,0-1 1 0,-1-1-17 0,1 1-7 16,1-1-10-16,2-6-4 0,-4 10-6 0,4-10-5 15,-3 9 2-15,3-9-5 0,-1 7 6 16,1-7-1-16,0 0 1 0,0 0 8 0,-2 6-1 0,2-6 33 16,0 0 10-16,0 0 7 0,0 0-1 0,0 0-18 15,0 0 1-15,10-3 35 0,-10 3-71 0,9-7 2 16,-4 2-5-16,4 2-2 0,-4-1-9 0,1-1 69 15,-2 0-82-15,2-1 0 0,-1 2-3 0,1-1 4 16,-6 5 8-16,8-7 2 0,-8 7-7 0,7-5-1 16,-7 5 4-16,4-4 1 0,-4 4-8 0,0 0-17 15,0 0 18-15,6-4-4 0,-6 4-148 0,0 0 162 0,0 0 1 16,0 0-2-16,0 0-2 0,0 0 8 0,4 7-7 16,-4-7-1-16,0 0 1 0,-1 7-2 15,1-7-6-15,-2 7 12 0,2-7-2 0,0 8-1 0,0-8-6 16,1 6 15-16,-1-6 31 0,0 0-51 0,0 10 4 15,0-10 4-15,5 4-2 0,-5-4-14 0,0 0 52 16,0 0-30-16,0 0 7 0,3 5-1 0,-3-5 6 16,0 0-6-16,0 0 1 0,11-2 1 0,-11 2-2 15,11-3-21-15,-5-1 15 0,1 0 2 0,0 1-8 16,1-1-14-16,-1-1 146 0,1 1-176 0,-2 0 3 16,1 0 9-16,-7 4 9 0,10-5-13 0,-10 5 1 0,7-3 14 15,-7 3-7-15,0 0 14 0,0 0-11 0,7-4-2 16,-7 4 5-16,0 0-4 0,0 0 16 0,0 0 5 15,0 0-5-15,7 5 5 0,-7-5-2 0,0 0 3 16,0 0-1-16,0 0 3 0,1 6-7 0,-1-6 25 16,0 0-9-16,0 0 3 0,6 4 5 0,-6-4-153 15,0 0 188-15,0 0-5 0,0 0 1 0,10 2-5 16,-10-2-12-16,0 0 1 0,11-3-10 0,-11 3-1 16,8-3-6-16,-8 3-2 0,11-4 0 0,-11 4-4 15,9-3 28-15,-9 3-48 0,9-2-20 0,-9 2 18 16,8-3-6-16,-8 3-2 0,0 0-3 0,8-2-4 15,-8 2-11-15,0 0 8 0,0 0 9 0,0 0-8 0,0 0 0 16,0 0-4-16,11 2 32 0,-11-2-9 16,0 0 17-16,0 0-13 0,0 0 4 0,0 0-1 0,0 0 5 15,0 0 4-15,0 0 0 0,0 0 2 0,0 0 1 16,0 0-2-16,0 0 3 0,7 1-3 0,-7-1-24 16,0 0 39-16,0 0-16 0,0 0-1 0,0 0 3 15,0 0 10-15,11-1-9 0,-11 1-9 0,0 0-16 16,10-3 6-16,-10 3-27 0,7-2-6 0,-7 2-16 15,10-6-17-15,-10 6 9 0,11-2 9 0,-11 2 2 16,10-3 8-16,-10 3 7 0,8-1 8 0,-8 1 10 16,0 0 8-16,0 0 7 0,11 0-10 0,-11 0 36 0,0 0 15 15,0 0 25-15,0 0-12 0,0 0 11 0,0 0-8 16,9-3-3-16,-9 3-35 0,0 0 26 0,0 0-10 16,8-4-3-16,-8 4-1 0,0 0-8 0,8-4 16 15,-8 4 0-15,0 0-10 0,5-5 10 0,-5 5 1 16,0 0-74-16,0 0 86 0,0 0-9 0,0 0 7 15,0 0-22-15,0 0-5 0,5-4-8 0,-5 4 4 16,0 0-10-16,0 0 3 0,0 0-23 0,0 0 19 16,0 0-3-16,0 0 7 0,0 0 0 0,3 5-6 15,-3-5 8-15,0 0-6 0,2 7-3 0,-2-7 4 16,0 0 5-16,1 8 0 0,-1-8 4 0,0 7 1 0,0-7 7 16,-2 7 0-16,2-7-6 0,1 7-3 0,-1-7 7 15,0 0 1-15,1 9 142 0,-1-9-167 0,0 0 14 16,0 7-19-16,0-7-17 0,0 0-17 0,0 0-55 15,0 0-25-15,0 0-93 0,14 1-157 0,-14-1-192 16,15-6-194-16,-6 1-73 0,3-1-776 0,1 0-522 16</inkml:trace>
  <inkml:trace contextRef="#ctx0" brushRef="#br0" timeOffset="2">1050-37 0 0,'0'0'416'0,"-7"3"-113"0,7-3-19 0,0 0 11 0,0 0 7 16,-6 5-8-16,6-5-20 0,0 0-5 0,0 0 6 15,0 0 17-15,0 0 16 0,1 9-3 0,-1-9-6 16,0 0-12-16,8 3-25 0,-8-3-37 0,10 2-13 16,-10-2-31-16,14 0-24 0,-14 0-20 0,14 0-19 15,-5-4-14-15,-1 6-8 0,-8-2-16 0,17-1-5 16,-17 1-24-16,17-2 23 0,-9 0-8 0,-8 2-1 0,17-2 3 16,-17 2 3-16,15-4-72 0,-7 3 91 0,-8 1 1 15,14-5 5-15,-7 3-18 0,-7 2 15 0,13-5-27 16,-6 2 24-16,-2 0-18 0,0-1 37 0,2 0-26 15,-7 4 10-15,10-6-37 0,-5 2-5 0,-5 4 17 16,9-8-23-16,-9 8 13 0,6-8-15 0,-6 8 9 16,6-7-16-16,-6 7 1 0,3-7-1 0,-3 7-9 15,0 0-4-15,4-7-16 0,-4 7 0 0,0 0 2 16,-2-8-21-16,2 8 3 0,-4-6-19 0,4 6-36 16,-7-3 24-16,7 3-22 0,-11-5 10 0,11 5 8 15,-13-4-17-15,13 4 18 0,-13-3-13 0,13 3-5 0,-14-2 4 16,14 2 0-16,-12-2-2 0,12 2 44 0,-12-1-20 15,12 1 9-15,-10-1 1 0,10 1-5 0,-11-1 17 16,11 1 5-16,-10-1 16 0,10 1-26 0,0 0 12 16,-15-1 7-16,15 1 2 0,-10 0-8 0,10 0-8 15,-11 1 13-15,11-1 5 0,-10 2-2 0,10-2-2 16,-15 2-6-16,15-2 14 0,-15 2 37 0,15-2-53 16,-16 4 6-16,9-1-16 0,-1-1 23 0,0 2-10 15,0-2 51-15,-1 2-64 0,1 0-3 0,-1 1 8 16,0 0 16-16,1 1-4 0,-2-2 3 0,1 2 10 15,1 0-3-15,-1 0-5 0,1 2-59 0,0 0 73 0,-1-1-7 16,1 1 41-16,-2 1-44 0,2-1 33 0,-1 2-9 16,1-1-19-16,-1 0 8 0,2 0-2 0,-1 1-15 15,3-1 15-15,0 1-9 0,-2-1 2 0,3-1-11 16,-1 2 62-16,3-2-56 0,0 0-9 0,0-1 8 16,1 1-4-16,1-1 2 0,1 0 38 0,-1-7-38 15,4 14-11-15,-2-7 6 0,2-3-9 0,-1 1 21 16,1-1-15-16,-4-4 1 0,9 8 21 0,-9-8-11 0,12 7-50 15,-12-7 52-15,11 3 0 0,-11-3 2 16,16 1 4-16,-16-1-2 0,17-1-11 0,-6-1 5 16,-1-1 1-16,2 1 0 0,-1-1-17 0,0-1 8 0,2-1 5 15,-1 0-5-15,0 1 140 0,-1-2-165 0,1 1 7 16,-1-1 3-16,-1 1-5 0,-1 1 14 0,-1-1 52 16,0 1-65-16,-3 0 6 0,2 0 10 0,-7 4 0 15,11-5-7-15,-11 5 7 0,7-4-8 0,-7 4 8 16,6-3 2-16,-6 3-7 0,0 0 20 0,0 0-26 15,5-5-10-15,-5 5-12 0,0 0-7 0,0 0-9 16,0 0-9-16,0 0-7 0,0 0-30 0,0 0-3 16,0 0 24-16,0 0 17 0,0 0 8 0,0 0 13 0,0 0 4 15,3 7 7-15,-3-7 7 0,0 0 1 16,-2 7 9-16,2-7 1 0,0 0 16 0,0 8-18 0,0-8 4 16,0 0 1-16,-1 7 2 0,1-7 0 0,0 0 21 15,0 0-17-15,5 7 5 0,-5-7 12 0,0 0 0 16,5 4 16-16,-5-4 2 0,10 2-9 0,-10-2-10 15,12 0 9-15,-12 0-7 0,15-2-2 0,-15 2-4 16,15-3-3-16,-7 0-4 0,-1 0 0 0,2 0-10 16,-1-1 1-16,-1 0-2 0,0 0-1 0,0 1-3 15,-7 3-5-15,11-6 1 0,-11 6-1 0,7-3-9 16,-7 3-85-16,0 0 96 0,7-4-15 0,-7 4 2 0,0 0 8 16,0 0-2-16,0 0 7 0,0 0 10 15,3 7-3-15,-3-7 8 0,0 0-5 0,0 0 9 0,0 7 5 16,0-7 9-16,0 0 8 0,0 0 32 0,0 0-3 15,0 0 6-15,4 5 17 0,-4-5 7 0,0 0-13 16,0 0 2-16,0 0-19 0,7-5 6 0,-7 5-25 16,9 0-6-16,-9 0-7 0,10-3 3 0,-10 3-11 15,10-2-10-15,-10 2-16 0,11-2-7 0,-11 2-10 16,10-5 25-16,-10 5-44 0,10-2-10 0,-10 2 4 16,0 0-10-16,9-1 3 0,-9 1-3 0,0 0-17 15,0 0-6-15,0 0-3 0,10 1-3 0,-10-1 21 0,0 0 4 16,0 0 8-16,0 0 6 0,1 7-2 15,-1-7 6-15,0 0-1 0,0 0 3 0,0 0 2 0,-1 7 8 16,1-7 4-16,0 0 8 0,0 0 15 0,0 0 0 16,0 0-2-16,0 0-9 0,12 0-2 0,-12 0-22 15,5-4-10-15,-5 4-10 0,6-5-8 0,-6 5 9 16,9-5 9-16,-9 5 0 0,8-7 6 0,-8 7 11 16,10-7 2-16,-10 7-8 0,10-7 19 0,-10 7 16 0,7-4 6 15,-7 4 13-15,4-3 14 0,-4 3 15 16,0 0 13-16,7-3-3 0,-7 3 8 0,0 0 8 15,0 0 9-15,0 0 6 0,7-4 4 0,-7 4 6 0,0 0 1 16,0 0 3-16,0 0 7 0,0 0 10 0,8-4-7 16,-8 4-10-16,0 0 110 0,10-3-285 0,-10 3 151 15,0 0-16-15,8-1-9 0,-8 1 2 0,0 0-42 16,0 0 62-16,8-2-28 0,-8 2 0 0,0 0 18 16,6 4-5-16,-6-4 9 0,0 0-10 0,6 4 17 15,-6-4 5-15,0 0 1 0,7 6-9 0,-7-6 17 16,6 5-1-16,-6-5 32 0,8 7 2 0,-8-7-5 0,12 7-27 15,-7-2-8-15,2-3-10 0,-1 3-8 16,2-1-7-16,1-1-12 0,0 0 2 0,0 0-56 16,2 0 80-16,0 1-78 0,0-2-45 0,0 1-30 0,3-2-43 15,-3 1-25-15,3 0-54 0,0 1-41 0,-1-2-97 16,2 1-98-16,1-1-92 0,-1 1-152 0,-5-1-103 16,4-1-37-16,2 2-775 0,-3-1-516 0</inkml:trace>
  <inkml:trace contextRef="#ctx0" brushRef="#br0" timeOffset="3">1566-87 0 0,'0'0'1017'15,"0"0"-495"-15,0 0-28 0,-6-4-59 0,6 4-49 16,0 0-3-16,0 0-38 0,0 0-37 0,0 0-38 0,0 0-31 16,0 0-20-16,0 0-24 0,0 0-24 0,0 0-18 15,0 0-15-15,0 0-13 0,0 0-14 0,1 6-20 16,-1-6-7-16,0 0-10 0,0 0-19 0,0 0-2 16,0 0-6-16,0 0 5 0,0 0 2 0,-1 7-1 15,1-7 1-15,0 0-5 0,0 0-8 0,1 8-7 16,-1-8 2-16,0 0-12 0,0 8 43 0,0-8-57 15,0 0-3-15,-1 9 3 0,1-9-8 0,0 7-2 16,0-7 9-16,0 6-2 0,0-6 1 0,0 0-7 0,0 9-5 16,0-9 8-16,0 0 2 0,0 7-4 15,0-7 6-15,0 0 1 0,0 0 2 0,0 0-8 0,0 0-62 16,0 0 77-16,0 0 17 0,0 0-4 0,0 0 1 16,0 0 2-16,0 0-6 0,0 0 6 0,0 0 10 15,0 0 0-15,0 0-17 0,0 0 0 0,0 0-3 16,0 0-8-16,0 0-6 0,0 0 39 0,1-7-38 15,-1 7-5-15,0 0-14 0,4-7 6 0,-4 7-6 16,3-7 4-16,-3 7 5 0,4-6-12 0,-4 6 11 16,6-5-11-16,-6 5 29 0,7-5-10 0,-7 5-4 15,7-6-8-15,-7 6 4 0,6-3-8 0,-6 3-1 0,10-5-12 16,-10 5 8-16,9-3 0 0,-9 3 3 0,9-3 0 16,-9 3-6-16,8-2 19 0,-8 2 83 15,0 0-120-15,8-2 1 0,-8 2 17 0,0 0-10 0,0 0 11 16,0 0 5-16,6-4 30 0,-6 4-33 0,0 0-7 15,0 0 12-15,0 0-6 0,0 0-6 0,0 0 1 16,0 0-15-16,0 0-3 0,0 0 3 0,0 0-32 16,0 0-17-16,0 0-11 0,0 0-10 0,0 0 14 0,0 0 21 15,0 0 13-15,-8 4 12 0,8-4 12 16,-8 3 1-16,8-3 8 0,-10 4 7 0,10-4 0 16,-14 3 9-16,14-3-2 0,-16 3 3 0,9-1-1 0,-2-1 3 15,-2 1-2-15,3 1-8 0,-3-1-1 0,11-2 1 16,-14 3-5-16,4-2 5 0,10-1-18 0,-13 5 6 15,13-5 0-15,-11 3-2 0,11-3 7 0,-7 3-5 16,7-3 6-16,0 0 2 0,0 0 3 0,-8 2 4 16,8-2 7-16,0 0 0 0,0 0 6 0,0 0 4 15,0 0 3-15,0 0 8 0,0 0-1 0,0 0-14 16,0 0 19-16,0 0-4 0,0 0 0 0,10 1-5 16,-10-1 3-16,0 0-7 0,15-1 7 0,-15 1-3 15,13-1-3-15,-13 1-2 0,16-1 0 0,-16 1-1 16,18-4-5-16,-9 3-3 0,0 0-17 0,1 0 6 0,-1-1-5 15,1 0-12-15,-2 2-13 0,-8 0-12 0,17-2-8 16,-9 1-13-16,-8 1-5 0,14-3-12 0,-14 3-3 16,11-1-56-16,-11 1 64 0,9-2-10 0,-9 2-6 15,0 0-18-15,12-2-21 0,-12 2-43 0,0 0-64 16,9-3-68-16,-9 3-61 0,0 0-29 0,7-4 24 16,-7 4-140-16,4-5-315 0,-4 5-85 0</inkml:trace>
  <inkml:trace contextRef="#ctx0" brushRef="#br0" timeOffset="4">923 24 0 0,'0'0'686'0,"0"0"-405"0,0 0-21 0,0 0 1 16,0 0-13-16,0 0-23 0,0 0-20 15,0 0-24-15,0 0-48 0,-8 2-20 0,8-2-29 16,0 0-14-16,0 0-9 0,0 0-11 0,-3 6-4 0,3-6-10 15,0 0 17-15,0 0-4 0,0 0 10 0,0 0-2 16,0 0 14-16,0 0 22 0,0 0 12 0,0 0 14 16,0 0 13-16,0 0 7 0,0 0 4 0,0 0 3 15,0 0-8-15,0 0 1 0,0 0-4 0,0 0-5 16,0 0-14-16,0 0-17 0,0 0-11 0,5 3-8 16,-5-3-19-16,0 0-6 0,0 0-12 0,13 0 9 15,-13 0-19-15,0 0-13 0,12 0 0 0,-12 0-3 16,11 0-2-16,-11 0 4 0,9-1-9 0,-9 1-5 0,10-2 4 15,-10 2-2-15,0 0 11 0,11-2-10 16,-11 2 3-16,0 0 11 0,9-4 11 0,-9 4 9 0,0 0 7 16,0 0 5-16,6-3-2 0,-6 3-2 0,0 0-12 15,0 0-3-15,0 0-5 0,0 0-9 0,0 0-3 16,0 0-6-16,1-8-4 0,-1 8 4 0,0 0 7 16,0 0-20-16,-2-6-2 0,2 6 4 0,0 0-1 15,0 0 3-15,-1-8-6 0,1 8 0 0,0 0 0 16,0 0 1-16,0 0-2 0,0 0-6 0,0 0 5 15,0 0-1-15,0 0 1 0,0 0 2 0,0 0-4 16,0 0 32-16,0 0 18 0,0 0-9 0,0 0 1 0,0 0 10 16,0 0 10-16,0 0 0 0,0 0 10 15,0 0 7-15,0 0-13 0,0 0-3 0,0 0-4 0,0 0 6 16,0 0-9-16,0 0 4 0,0 0 91 0,0 0-137 16,0 0 14-16,0 0 11 0,0 0-3 0,0 9-3 15,0-9-6-15,0 9-2 0,0-9 2 0,0 9-24 16,0-9-39-16,0 8-66 0,0-8-142 0,-2 8-39 15,2-8-128-15,-1 9-147 0,1-9-142 0,-2 6-51 16,2-6-812-16,-2 9-503 0</inkml:trace>
  <inkml:trace contextRef="#ctx0" brushRef="#br0" timeOffset="5">1650-173 0 0,'0'0'754'0,"0"0"-455"0,0 0-70 0,0 0 61 0,0 0-28 15,0 0-43-15,0 0-41 0,0 0-29 0,0 0-51 16,0 0 47-16,0 0-78 0,0 0-13 0,0 0 9 15,0 0 24-15,0 0 19 0,0 0 9 0,0 0-2 16,0 0 1-16,0 0-3 0,0 0-6 0,-3 5-8 16,3-5-15-16,0 0-17 0,0 0 23 0,0 0-9 15,1 8 2-15,-1-8 8 0,0 0 5 0,0 0-8 16,0 0 4-16,4 5 16 0,-4-5-23 0,0 0-2 0,0 0-26 16,0 0 7-16,7 3-17 0,-7-3-10 15,0 0-4-15,10 0-10 0,-10 0-17 0,8-5-12 0,-8 5-20 16,0 0-5-16,0 0-7 0,12-2-6 0,-12 2 4 15,0 0-15-15,0 0-14 0,6-4 2 0,-6 4-20 16,0 0 20-16,0 0-41 0,0 0 21 0,0 0-22 16,0 0 2-16,0 0 19 0,0 0 1 0,0 0 16 15,3-5 16-15,-3 5 7 0,0 0 11 0,0 0 12 16,0 0-1-16,0 0 15 0,0 0 6 0,0 0 7 16,0 0 14-16,0 0-14 0,0 0-6 0,0 0-97 15,0 0 151-15,0 0 7 0,0 0 17 0,-4 4-4 0,4-4 38 16,0 0-33-16,-4 7-4 0,4-7 13 15,0 0-19-15,-4 8 4 0,4-8-14 0,0 0-24 0,-2 8 6 16,2-8 5-16,0 0-7 0,-1 7-3 0,1-7-41 16,0 0-55-16,0 0-49 0,0 0-104 0,0 9-101 15,0-9-111-15,0 0-46 0,0 0-631 0,0 0-298 16</inkml:trace>
  <inkml:trace contextRef="#ctx0" brushRef="#br0" timeOffset="6">1718-289 0 0,'0'0'1884'15,"0"0"-962"-15,0 0-21 0,0 0-93 0,0 0-93 16,0 0-64-16,0 0-69 0,0 0-46 0,0 0-20 16,0 0-98-16,0 0-90 0,0 0-68 0,0 0-58 0,0 0-60 15,3-7-72-15,-3 7-96 0,0 0-81 0,6-5-83 16,-6 5-81-16,0 0-48 0,4-5-129 0,-4 5-205 16,0 0-128-16,0 0-191 0,0 0-150 0,0 0-550 15,0 0-539-15</inkml:trace>
  <inkml:trace contextRef="#ctx0" brushRef="#br0" timeOffset="7">743-38 0 0,'0'0'687'0,"0"0"-270"0,0 0 23 0,0 0-6 0,0 0-23 16,0 0-21-16,0 0 5 0,0 0-24 0,0 0 5 15,0 0-11-15,0 0-13 0,0 0-9 0,0 0-31 16,0 0-19-16,0 0-14 0,0 0-22 0,0 0-22 16,0 0-31-16,0 0-10 0,0 0-24 0,0 0 13 15,0 0-8-15,0 0-53 0,0 0-9 0,0 0-28 0,0 0-22 16,0 0-7-16,0 0-21 0,-3 7 13 0,3-7-16 15,0 0 7-15,1 9-2 0,-1-9-3 0,1 8-16 16,-1-8 6-16,2 11 9 0,-2-11-60 0,2 10-49 16,-2-10-48-16,3 9-70 0,-3-9-51 0,1 10-145 15,-1-10-76-15,1 9-161 0,-1-9-190 0,-2 7-59 16,2-7-852-16,-2 6-561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4T10:22:38.945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 contextRef="#ctx0" brushRef="#br0">25-170 0 0,'0'0'723'16,"0"0"-303"-16,4-6 27 0,-4 6-27 0,5-7-21 16,-5 7-11-16,3-7 23 0,-3 7 6 0,4-6-28 15,-4 6-19-15,0 0-29 0,2-8-34 0,-2 8-31 16,0 0-30-16,0 0-14 0,3-5-157 0,-3 5 139 0,0 0-34 16,0 0-22-16,0 0-19 0,0 0-38 0,0 0 7 15,0 0-19-15,0 0-25 0,0 0-22 0,0 0 3 16,0 0-31-16,0 0 7 0,0 0-13 0,0 0-16 15,1 8 16-15,-1-8-1 0,-1 13 40 0,1-4-42 16,-2 0-4-16,1 2 2 0,-3 1 3 0,1 0-7 16,0 3 23-16,-1-2 4 0,0 2-26 0,1-1 12 15,0 3 54-15,-1-2-43 0,2 0 11 0,-2-1-17 16,3 1 5-16,-2-2-37 0,2 0 33 0,-1 0-16 16,1 0 17-16,1-3-8 0,-1 1-11 0,1-3 7 15,0 1-3-15,0-2 6 0,1 0-4 0,-1-7-3 16,2 12 17-16,-2-12-12 0,3 7 10 0,-3-7 7 0,5 6 90 15,-5-6-72-15,7 4 13 0,-7-4 10 0,9 1 6 16,-9-1-25-16,13-3 45 0,-7 0-50 0,2-2-15 16,1 0-11-16,-1 0-2 0,1-3-20 0,-2-1-31 15,3 0-52-15,1-3-25 0,0-1-49 0,0 0-59 16,1-1-86-16,1-1-99 0,1 0-87 0,0 0-125 16,0 2-123-16,-1-2-12 0,-1 2-22 0,2 1-590 15,-2 1-434-15</inkml:trace>
  <inkml:trace contextRef="#ctx0" brushRef="#br0" timeOffset="1">315 39 0 0,'0'0'711'0,"0"0"-276"0,0 0 42 0,0 0-34 0,0 0-98 15,0 0 25-15,0 0-14 0,0 0-25 0,0 0-50 16,0 0-34-16,0 0-42 0,0 0-26 0,0 0-31 16,0 0-27-16,0 0-27 0,0 0-21 0,0 0-3 15,-2 6 21-15,2-6 34 0,0 0 13 0,-4 9-3 16,4-9 6-16,-4 9-1 0,4-9 0 0,-7 10-1 15,3-3-9-15,0-1-18 0,0 2-13 0,1 0-12 16,-1-2-7-16,1 2-19 0,0-1 1 0,-1-1-17 0,1 1-7 16,1-1-10-16,2-6-4 0,-4 10-6 0,4-10-5 15,-3 9 2-15,3-9-5 0,-1 7 6 16,1-7-1-16,0 0 1 0,0 0 8 0,-2 6-1 0,2-6 33 16,0 0 10-16,0 0 7 0,0 0-1 0,0 0-18 15,0 0 1-15,10-3 35 0,-10 3-71 0,9-7 2 16,-4 2-5-16,4 2-2 0,-4-1-9 0,1-1 69 15,-2 0-82-15,2-1 0 0,-1 2-3 0,1-1 4 16,-6 5 8-16,8-7 2 0,-8 7-7 0,7-5-1 16,-7 5 4-16,4-4 1 0,-4 4-8 0,0 0-17 15,0 0 18-15,6-4-4 0,-6 4-148 0,0 0 162 0,0 0 1 16,0 0-2-16,0 0-2 0,0 0 8 0,4 7-7 16,-4-7-1-16,0 0 1 0,-1 7-2 15,1-7-6-15,-2 7 12 0,2-7-2 0,0 8-1 0,0-8-6 16,1 6 15-16,-1-6 31 0,0 0-51 0,0 10 4 15,0-10 4-15,5 4-2 0,-5-4-14 0,0 0 52 16,0 0-30-16,0 0 7 0,3 5-1 0,-3-5 6 16,0 0-6-16,0 0 1 0,11-2 1 0,-11 2-2 15,11-3-21-15,-5-1 15 0,1 0 2 0,0 1-8 16,1-1-14-16,-1-1 146 0,1 1-176 0,-2 0 3 16,1 0 9-16,-7 4 9 0,10-5-13 0,-10 5 1 0,7-3 14 15,-7 3-7-15,0 0 14 0,0 0-11 0,7-4-2 16,-7 4 5-16,0 0-4 0,0 0 16 0,0 0 5 15,0 0-5-15,7 5 5 0,-7-5-2 0,0 0 3 16,0 0-1-16,0 0 3 0,1 6-7 0,-1-6 25 16,0 0-9-16,0 0 3 0,6 4 5 0,-6-4-153 15,0 0 188-15,0 0-5 0,0 0 1 0,10 2-5 16,-10-2-12-16,0 0 1 0,11-3-10 0,-11 3-1 16,8-3-6-16,-8 3-2 0,11-4 0 0,-11 4-4 15,9-3 28-15,-9 3-48 0,9-2-20 0,-9 2 18 16,8-3-6-16,-8 3-2 0,0 0-3 0,8-2-4 15,-8 2-11-15,0 0 8 0,0 0 9 0,0 0-8 0,0 0 0 16,0 0-4-16,11 2 32 0,-11-2-9 16,0 0 17-16,0 0-13 0,0 0 4 0,0 0-1 0,0 0 5 15,0 0 4-15,0 0 0 0,0 0 2 0,0 0 1 16,0 0-2-16,0 0 3 0,7 1-3 0,-7-1-24 16,0 0 39-16,0 0-16 0,0 0-1 0,0 0 3 15,0 0 10-15,11-1-9 0,-11 1-9 0,0 0-16 16,10-3 6-16,-10 3-27 0,7-2-6 0,-7 2-16 15,10-6-17-15,-10 6 9 0,11-2 9 0,-11 2 2 16,10-3 8-16,-10 3 7 0,8-1 8 0,-8 1 10 16,0 0 8-16,0 0 7 0,11 0-10 0,-11 0 36 0,0 0 15 15,0 0 25-15,0 0-12 0,0 0 11 0,0 0-8 16,9-3-3-16,-9 3-35 0,0 0 26 0,0 0-10 16,8-4-3-16,-8 4-1 0,0 0-8 0,8-4 16 15,-8 4 0-15,0 0-10 0,5-5 10 0,-5 5 1 16,0 0-74-16,0 0 86 0,0 0-9 0,0 0 7 15,0 0-22-15,0 0-5 0,5-4-8 0,-5 4 4 16,0 0-10-16,0 0 3 0,0 0-23 0,0 0 19 16,0 0-3-16,0 0 7 0,0 0 0 0,3 5-6 15,-3-5 8-15,0 0-6 0,2 7-3 0,-2-7 4 16,0 0 5-16,1 8 0 0,-1-8 4 0,0 7 1 0,0-7 7 16,-2 7 0-16,2-7-6 0,1 7-3 0,-1-7 7 15,0 0 1-15,1 9 142 0,-1-9-167 0,0 0 14 16,0 7-19-16,0-7-17 0,0 0-17 0,0 0-55 15,0 0-25-15,0 0-93 0,14 1-157 0,-14-1-192 16,15-6-194-16,-6 1-73 0,3-1-776 0,1 0-522 16</inkml:trace>
  <inkml:trace contextRef="#ctx0" brushRef="#br0" timeOffset="2">1050-37 0 0,'0'0'416'0,"-7"3"-113"0,7-3-19 0,0 0 11 0,0 0 7 16,-6 5-8-16,6-5-20 0,0 0-5 0,0 0 6 15,0 0 17-15,0 0 16 0,1 9-3 0,-1-9-6 16,0 0-12-16,8 3-25 0,-8-3-37 0,10 2-13 16,-10-2-31-16,14 0-24 0,-14 0-20 0,14 0-19 15,-5-4-14-15,-1 6-8 0,-8-2-16 0,17-1-5 16,-17 1-24-16,17-2 23 0,-9 0-8 0,-8 2-1 0,17-2 3 16,-17 2 3-16,15-4-72 0,-7 3 91 0,-8 1 1 15,14-5 5-15,-7 3-18 0,-7 2 15 0,13-5-27 16,-6 2 24-16,-2 0-18 0,0-1 37 0,2 0-26 15,-7 4 10-15,10-6-37 0,-5 2-5 0,-5 4 17 16,9-8-23-16,-9 8 13 0,6-8-15 0,-6 8 9 16,6-7-16-16,-6 7 1 0,3-7-1 0,-3 7-9 15,0 0-4-15,4-7-16 0,-4 7 0 0,0 0 2 16,-2-8-21-16,2 8 3 0,-4-6-19 0,4 6-36 16,-7-3 24-16,7 3-22 0,-11-5 10 0,11 5 8 15,-13-4-17-15,13 4 18 0,-13-3-13 0,13 3-5 0,-14-2 4 16,14 2 0-16,-12-2-2 0,12 2 44 0,-12-1-20 15,12 1 9-15,-10-1 1 0,10 1-5 0,-11-1 17 16,11 1 5-16,-10-1 16 0,10 1-26 0,0 0 12 16,-15-1 7-16,15 1 2 0,-10 0-8 0,10 0-8 15,-11 1 13-15,11-1 5 0,-10 2-2 0,10-2-2 16,-15 2-6-16,15-2 14 0,-15 2 37 0,15-2-53 16,-16 4 6-16,9-1-16 0,-1-1 23 0,0 2-10 15,0-2 51-15,-1 2-64 0,1 0-3 0,-1 1 8 16,0 0 16-16,1 1-4 0,-2-2 3 0,1 2 10 15,1 0-3-15,-1 0-5 0,1 2-59 0,0 0 73 0,-1-1-7 16,1 1 41-16,-2 1-44 0,2-1 33 0,-1 2-9 16,1-1-19-16,-1 0 8 0,2 0-2 0,-1 1-15 15,3-1 15-15,0 1-9 0,-2-1 2 0,3-1-11 16,-1 2 62-16,3-2-56 0,0 0-9 0,0-1 8 16,1 1-4-16,1-1 2 0,1 0 38 0,-1-7-38 15,4 14-11-15,-2-7 6 0,2-3-9 0,-1 1 21 16,1-1-15-16,-4-4 1 0,9 8 21 0,-9-8-11 0,12 7-50 15,-12-7 52-15,11 3 0 0,-11-3 2 16,16 1 4-16,-16-1-2 0,17-1-11 0,-6-1 5 16,-1-1 1-16,2 1 0 0,-1-1-17 0,0-1 8 0,2-1 5 15,-1 0-5-15,0 1 140 0,-1-2-165 0,1 1 7 16,-1-1 3-16,-1 1-5 0,-1 1 14 0,-1-1 52 16,0 1-65-16,-3 0 6 0,2 0 10 0,-7 4 0 15,11-5-7-15,-11 5 7 0,7-4-8 0,-7 4 8 16,6-3 2-16,-6 3-7 0,0 0 20 0,0 0-26 15,5-5-10-15,-5 5-12 0,0 0-7 0,0 0-9 16,0 0-9-16,0 0-7 0,0 0-30 0,0 0-3 16,0 0 24-16,0 0 17 0,0 0 8 0,0 0 13 0,0 0 4 15,3 7 7-15,-3-7 7 0,0 0 1 16,-2 7 9-16,2-7 1 0,0 0 16 0,0 8-18 0,0-8 4 16,0 0 1-16,-1 7 2 0,1-7 0 0,0 0 21 15,0 0-17-15,5 7 5 0,-5-7 12 0,0 0 0 16,5 4 16-16,-5-4 2 0,10 2-9 0,-10-2-10 15,12 0 9-15,-12 0-7 0,15-2-2 0,-15 2-4 16,15-3-3-16,-7 0-4 0,-1 0 0 0,2 0-10 16,-1-1 1-16,-1 0-2 0,0 0-1 0,0 1-3 15,-7 3-5-15,11-6 1 0,-11 6-1 0,7-3-9 16,-7 3-85-16,0 0 96 0,7-4-15 0,-7 4 2 0,0 0 8 16,0 0-2-16,0 0 7 0,0 0 10 15,3 7-3-15,-3-7 8 0,0 0-5 0,0 0 9 0,0 7 5 16,0-7 9-16,0 0 8 0,0 0 32 0,0 0-3 15,0 0 6-15,4 5 17 0,-4-5 7 0,0 0-13 16,0 0 2-16,0 0-19 0,7-5 6 0,-7 5-25 16,9 0-6-16,-9 0-7 0,10-3 3 0,-10 3-11 15,10-2-10-15,-10 2-16 0,11-2-7 0,-11 2-10 16,10-5 25-16,-10 5-44 0,10-2-10 0,-10 2 4 16,0 0-10-16,9-1 3 0,-9 1-3 0,0 0-17 15,0 0-6-15,0 0-3 0,10 1-3 0,-10-1 21 0,0 0 4 16,0 0 8-16,0 0 6 0,1 7-2 15,-1-7 6-15,0 0-1 0,0 0 3 0,0 0 2 0,-1 7 8 16,1-7 4-16,0 0 8 0,0 0 15 0,0 0 0 16,0 0-2-16,0 0-9 0,12 0-2 0,-12 0-22 15,5-4-10-15,-5 4-10 0,6-5-8 0,-6 5 9 16,9-5 9-16,-9 5 0 0,8-7 6 0,-8 7 11 16,10-7 2-16,-10 7-8 0,10-7 19 0,-10 7 16 0,7-4 6 15,-7 4 13-15,4-3 14 0,-4 3 15 16,0 0 13-16,7-3-3 0,-7 3 8 0,0 0 8 15,0 0 9-15,0 0 6 0,7-4 4 0,-7 4 6 0,0 0 1 16,0 0 3-16,0 0 7 0,0 0 10 0,8-4-7 16,-8 4-10-16,0 0 110 0,10-3-285 0,-10 3 151 15,0 0-16-15,8-1-9 0,-8 1 2 0,0 0-42 16,0 0 62-16,8-2-28 0,-8 2 0 0,0 0 18 16,6 4-5-16,-6-4 9 0,0 0-10 0,6 4 17 15,-6-4 5-15,0 0 1 0,7 6-9 0,-7-6 17 16,6 5-1-16,-6-5 32 0,8 7 2 0,-8-7-5 0,12 7-27 15,-7-2-8-15,2-3-10 0,-1 3-8 16,2-1-7-16,1-1-12 0,0 0 2 0,0 0-56 16,2 0 80-16,0 1-78 0,0-2-45 0,0 1-30 0,3-2-43 15,-3 1-25-15,3 0-54 0,0 1-41 0,-1-2-97 16,2 1-98-16,1-1-92 0,-1 1-152 0,-5-1-103 16,4-1-37-16,2 2-775 0,-3-1-516 0</inkml:trace>
  <inkml:trace contextRef="#ctx0" brushRef="#br0" timeOffset="3">1566-87 0 0,'0'0'1017'15,"0"0"-495"-15,0 0-28 0,-6-4-59 0,6 4-49 16,0 0-3-16,0 0-38 0,0 0-37 0,0 0-38 0,0 0-31 16,0 0-20-16,0 0-24 0,0 0-24 0,0 0-18 15,0 0-15-15,0 0-13 0,0 0-14 0,1 6-20 16,-1-6-7-16,0 0-10 0,0 0-19 0,0 0-2 16,0 0-6-16,0 0 5 0,0 0 2 0,-1 7-1 15,1-7 1-15,0 0-5 0,0 0-8 0,1 8-7 16,-1-8 2-16,0 0-12 0,0 8 43 0,0-8-57 15,0 0-3-15,-1 9 3 0,1-9-8 0,0 7-2 16,0-7 9-16,0 6-2 0,0-6 1 0,0 0-7 0,0 9-5 16,0-9 8-16,0 0 2 0,0 7-4 15,0-7 6-15,0 0 1 0,0 0 2 0,0 0-8 0,0 0-62 16,0 0 77-16,0 0 17 0,0 0-4 0,0 0 1 16,0 0 2-16,0 0-6 0,0 0 6 0,0 0 10 15,0 0 0-15,0 0-17 0,0 0 0 0,0 0-3 16,0 0-8-16,0 0-6 0,0 0 39 0,1-7-38 15,-1 7-5-15,0 0-14 0,4-7 6 0,-4 7-6 16,3-7 4-16,-3 7 5 0,4-6-12 0,-4 6 11 16,6-5-11-16,-6 5 29 0,7-5-10 0,-7 5-4 15,7-6-8-15,-7 6 4 0,6-3-8 0,-6 3-1 0,10-5-12 16,-10 5 8-16,9-3 0 0,-9 3 3 0,9-3 0 16,-9 3-6-16,8-2 19 0,-8 2 83 15,0 0-120-15,8-2 1 0,-8 2 17 0,0 0-10 0,0 0 11 16,0 0 5-16,6-4 30 0,-6 4-33 0,0 0-7 15,0 0 12-15,0 0-6 0,0 0-6 0,0 0 1 16,0 0-15-16,0 0-3 0,0 0 3 0,0 0-32 16,0 0-17-16,0 0-11 0,0 0-10 0,0 0 14 0,0 0 21 15,0 0 13-15,-8 4 12 0,8-4 12 16,-8 3 1-16,8-3 8 0,-10 4 7 0,10-4 0 16,-14 3 9-16,14-3-2 0,-16 3 3 0,9-1-1 0,-2-1 3 15,-2 1-2-15,3 1-8 0,-3-1-1 0,11-2 1 16,-14 3-5-16,4-2 5 0,10-1-18 0,-13 5 6 15,13-5 0-15,-11 3-2 0,11-3 7 0,-7 3-5 16,7-3 6-16,0 0 2 0,0 0 3 0,-8 2 4 16,8-2 7-16,0 0 0 0,0 0 6 0,0 0 4 15,0 0 3-15,0 0 8 0,0 0-1 0,0 0-14 16,0 0 19-16,0 0-4 0,0 0 0 0,10 1-5 16,-10-1 3-16,0 0-7 0,15-1 7 0,-15 1-3 15,13-1-3-15,-13 1-2 0,16-1 0 0,-16 1-1 16,18-4-5-16,-9 3-3 0,0 0-17 0,1 0 6 0,-1-1-5 15,1 0-12-15,-2 2-13 0,-8 0-12 0,17-2-8 16,-9 1-13-16,-8 1-5 0,14-3-12 0,-14 3-3 16,11-1-56-16,-11 1 64 0,9-2-10 0,-9 2-6 15,0 0-18-15,12-2-21 0,-12 2-43 0,0 0-64 16,9-3-68-16,-9 3-61 0,0 0-29 0,7-4 24 16,-7 4-140-16,4-5-315 0,-4 5-85 0</inkml:trace>
  <inkml:trace contextRef="#ctx0" brushRef="#br0" timeOffset="4">923 24 0 0,'0'0'686'0,"0"0"-405"0,0 0-21 0,0 0 1 16,0 0-13-16,0 0-23 0,0 0-20 15,0 0-24-15,0 0-48 0,-8 2-20 0,8-2-29 16,0 0-14-16,0 0-9 0,0 0-11 0,-3 6-4 0,3-6-10 15,0 0 17-15,0 0-4 0,0 0 10 0,0 0-2 16,0 0 14-16,0 0 22 0,0 0 12 0,0 0 14 16,0 0 13-16,0 0 7 0,0 0 4 0,0 0 3 15,0 0-8-15,0 0 1 0,0 0-4 0,0 0-5 16,0 0-14-16,0 0-17 0,0 0-11 0,5 3-8 16,-5-3-19-16,0 0-6 0,0 0-12 0,13 0 9 15,-13 0-19-15,0 0-13 0,12 0 0 0,-12 0-3 16,11 0-2-16,-11 0 4 0,9-1-9 0,-9 1-5 0,10-2 4 15,-10 2-2-15,0 0 11 0,11-2-10 16,-11 2 3-16,0 0 11 0,9-4 11 0,-9 4 9 0,0 0 7 16,0 0 5-16,6-3-2 0,-6 3-2 0,0 0-12 15,0 0-3-15,0 0-5 0,0 0-9 0,0 0-3 16,0 0-6-16,1-8-4 0,-1 8 4 0,0 0 7 16,0 0-20-16,-2-6-2 0,2 6 4 0,0 0-1 15,0 0 3-15,-1-8-6 0,1 8 0 0,0 0 0 16,0 0 1-16,0 0-2 0,0 0-6 0,0 0 5 15,0 0-1-15,0 0 1 0,0 0 2 0,0 0-4 16,0 0 32-16,0 0 18 0,0 0-9 0,0 0 1 0,0 0 10 16,0 0 10-16,0 0 0 0,0 0 10 15,0 0 7-15,0 0-13 0,0 0-3 0,0 0-4 0,0 0 6 16,0 0-9-16,0 0 4 0,0 0 91 0,0 0-137 16,0 0 14-16,0 0 11 0,0 0-3 0,0 9-3 15,0-9-6-15,0 9-2 0,0-9 2 0,0 9-24 16,0-9-39-16,0 8-66 0,0-8-142 0,-2 8-39 15,2-8-128-15,-1 9-147 0,1-9-142 0,-2 6-51 16,2-6-812-16,-2 9-503 0</inkml:trace>
  <inkml:trace contextRef="#ctx0" brushRef="#br0" timeOffset="5">1650-173 0 0,'0'0'754'0,"0"0"-455"0,0 0-70 0,0 0 61 0,0 0-28 15,0 0-43-15,0 0-41 0,0 0-29 0,0 0-51 16,0 0 47-16,0 0-78 0,0 0-13 0,0 0 9 15,0 0 24-15,0 0 19 0,0 0 9 0,0 0-2 16,0 0 1-16,0 0-3 0,0 0-6 0,-3 5-8 16,3-5-15-16,0 0-17 0,0 0 23 0,0 0-9 15,1 8 2-15,-1-8 8 0,0 0 5 0,0 0-8 16,0 0 4-16,4 5 16 0,-4-5-23 0,0 0-2 0,0 0-26 16,0 0 7-16,7 3-17 0,-7-3-10 15,0 0-4-15,10 0-10 0,-10 0-17 0,8-5-12 0,-8 5-20 16,0 0-5-16,0 0-7 0,12-2-6 0,-12 2 4 15,0 0-15-15,0 0-14 0,6-4 2 0,-6 4-20 16,0 0 20-16,0 0-41 0,0 0 21 0,0 0-22 16,0 0 2-16,0 0 19 0,0 0 1 0,0 0 16 15,3-5 16-15,-3 5 7 0,0 0 11 0,0 0 12 16,0 0-1-16,0 0 15 0,0 0 6 0,0 0 7 16,0 0 14-16,0 0-14 0,0 0-6 0,0 0-97 15,0 0 151-15,0 0 7 0,0 0 17 0,-4 4-4 0,4-4 38 16,0 0-33-16,-4 7-4 0,4-7 13 15,0 0-19-15,-4 8 4 0,4-8-14 0,0 0-24 0,-2 8 6 16,2-8 5-16,0 0-7 0,-1 7-3 0,1-7-41 16,0 0-55-16,0 0-49 0,0 0-104 0,0 9-101 15,0-9-111-15,0 0-46 0,0 0-631 0,0 0-298 16</inkml:trace>
  <inkml:trace contextRef="#ctx0" brushRef="#br0" timeOffset="6">1718-289 0 0,'0'0'1884'15,"0"0"-962"-15,0 0-21 0,0 0-93 0,0 0-93 16,0 0-64-16,0 0-69 0,0 0-46 0,0 0-20 16,0 0-98-16,0 0-90 0,0 0-68 0,0 0-58 0,0 0-60 15,3-7-72-15,-3 7-96 0,0 0-81 0,6-5-83 16,-6 5-81-16,0 0-48 0,4-5-129 0,-4 5-205 16,0 0-128-16,0 0-191 0,0 0-150 0,0 0-550 15,0 0-539-15</inkml:trace>
  <inkml:trace contextRef="#ctx0" brushRef="#br0" timeOffset="7">743-38 0 0,'0'0'687'0,"0"0"-270"0,0 0 23 0,0 0-6 0,0 0-23 16,0 0-21-16,0 0 5 0,0 0-24 0,0 0 5 15,0 0-11-15,0 0-13 0,0 0-9 0,0 0-31 16,0 0-19-16,0 0-14 0,0 0-22 0,0 0-22 16,0 0-31-16,0 0-10 0,0 0-24 0,0 0 13 15,0 0-8-15,0 0-53 0,0 0-9 0,0 0-28 0,0 0-22 16,0 0-7-16,0 0-21 0,-3 7 13 0,3-7-16 15,0 0 7-15,1 9-2 0,-1-9-3 0,1 8-16 16,-1-8 6-16,2 11 9 0,-2-11-60 0,2 10-49 16,-2-10-48-16,3 9-70 0,-3-9-51 0,1 10-145 15,-1-10-76-15,1 9-161 0,-1-9-190 0,-2 7-59 16,2-7-852-16,-2 6-561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4T10:25:03.862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 contextRef="#ctx0" brushRef="#br0">25-170 0 0,'0'0'723'16,"0"0"-303"-16,4-6 27 0,-4 6-27 0,5-7-21 16,-5 7-11-16,3-7 23 0,-3 7 6 0,4-6-28 15,-4 6-19-15,0 0-29 0,2-8-34 0,-2 8-31 16,0 0-30-16,0 0-14 0,3-5-157 0,-3 5 139 0,0 0-34 16,0 0-22-16,0 0-19 0,0 0-38 0,0 0 7 15,0 0-19-15,0 0-25 0,0 0-22 0,0 0 3 16,0 0-31-16,0 0 7 0,0 0-13 0,0 0-16 15,1 8 16-15,-1-8-1 0,-1 13 40 0,1-4-42 16,-2 0-4-16,1 2 2 0,-3 1 3 0,1 0-7 16,0 3 23-16,-1-2 4 0,0 2-26 0,1-1 12 15,0 3 54-15,-1-2-43 0,2 0 11 0,-2-1-17 16,3 1 5-16,-2-2-37 0,2 0 33 0,-1 0-16 16,1 0 17-16,1-3-8 0,-1 1-11 0,1-3 7 15,0 1-3-15,0-2 6 0,1 0-4 0,-1-7-3 16,2 12 17-16,-2-12-12 0,3 7 10 0,-3-7 7 0,5 6 90 15,-5-6-72-15,7 4 13 0,-7-4 10 0,9 1 6 16,-9-1-25-16,13-3 45 0,-7 0-50 0,2-2-15 16,1 0-11-16,-1 0-2 0,1-3-20 0,-2-1-31 15,3 0-52-15,1-3-25 0,0-1-49 0,0 0-59 16,1-1-86-16,1-1-99 0,1 0-87 0,0 0-125 16,0 2-123-16,-1-2-12 0,-1 2-22 0,2 1-590 15,-2 1-434-15</inkml:trace>
  <inkml:trace contextRef="#ctx0" brushRef="#br0" timeOffset="1">315 39 0 0,'0'0'711'0,"0"0"-276"0,0 0 42 0,0 0-34 0,0 0-98 15,0 0 25-15,0 0-14 0,0 0-25 0,0 0-50 16,0 0-34-16,0 0-42 0,0 0-26 0,0 0-31 16,0 0-27-16,0 0-27 0,0 0-21 0,0 0-3 15,-2 6 21-15,2-6 34 0,0 0 13 0,-4 9-3 16,4-9 6-16,-4 9-1 0,4-9 0 0,-7 10-1 15,3-3-9-15,0-1-18 0,0 2-13 0,1 0-12 16,-1-2-7-16,1 2-19 0,0-1 1 0,-1-1-17 0,1 1-7 16,1-1-10-16,2-6-4 0,-4 10-6 0,4-10-5 15,-3 9 2-15,3-9-5 0,-1 7 6 16,1-7-1-16,0 0 1 0,0 0 8 0,-2 6-1 0,2-6 33 16,0 0 10-16,0 0 7 0,0 0-1 0,0 0-18 15,0 0 1-15,10-3 35 0,-10 3-71 0,9-7 2 16,-4 2-5-16,4 2-2 0,-4-1-9 0,1-1 69 15,-2 0-82-15,2-1 0 0,-1 2-3 0,1-1 4 16,-6 5 8-16,8-7 2 0,-8 7-7 0,7-5-1 16,-7 5 4-16,4-4 1 0,-4 4-8 0,0 0-17 15,0 0 18-15,6-4-4 0,-6 4-148 0,0 0 162 0,0 0 1 16,0 0-2-16,0 0-2 0,0 0 8 0,4 7-7 16,-4-7-1-16,0 0 1 0,-1 7-2 15,1-7-6-15,-2 7 12 0,2-7-2 0,0 8-1 0,0-8-6 16,1 6 15-16,-1-6 31 0,0 0-51 0,0 10 4 15,0-10 4-15,5 4-2 0,-5-4-14 0,0 0 52 16,0 0-30-16,0 0 7 0,3 5-1 0,-3-5 6 16,0 0-6-16,0 0 1 0,11-2 1 0,-11 2-2 15,11-3-21-15,-5-1 15 0,1 0 2 0,0 1-8 16,1-1-14-16,-1-1 146 0,1 1-176 0,-2 0 3 16,1 0 9-16,-7 4 9 0,10-5-13 0,-10 5 1 0,7-3 14 15,-7 3-7-15,0 0 14 0,0 0-11 0,7-4-2 16,-7 4 5-16,0 0-4 0,0 0 16 0,0 0 5 15,0 0-5-15,7 5 5 0,-7-5-2 0,0 0 3 16,0 0-1-16,0 0 3 0,1 6-7 0,-1-6 25 16,0 0-9-16,0 0 3 0,6 4 5 0,-6-4-153 15,0 0 188-15,0 0-5 0,0 0 1 0,10 2-5 16,-10-2-12-16,0 0 1 0,11-3-10 0,-11 3-1 16,8-3-6-16,-8 3-2 0,11-4 0 0,-11 4-4 15,9-3 28-15,-9 3-48 0,9-2-20 0,-9 2 18 16,8-3-6-16,-8 3-2 0,0 0-3 0,8-2-4 15,-8 2-11-15,0 0 8 0,0 0 9 0,0 0-8 0,0 0 0 16,0 0-4-16,11 2 32 0,-11-2-9 16,0 0 17-16,0 0-13 0,0 0 4 0,0 0-1 0,0 0 5 15,0 0 4-15,0 0 0 0,0 0 2 0,0 0 1 16,0 0-2-16,0 0 3 0,7 1-3 0,-7-1-24 16,0 0 39-16,0 0-16 0,0 0-1 0,0 0 3 15,0 0 10-15,11-1-9 0,-11 1-9 0,0 0-16 16,10-3 6-16,-10 3-27 0,7-2-6 0,-7 2-16 15,10-6-17-15,-10 6 9 0,11-2 9 0,-11 2 2 16,10-3 8-16,-10 3 7 0,8-1 8 0,-8 1 10 16,0 0 8-16,0 0 7 0,11 0-10 0,-11 0 36 0,0 0 15 15,0 0 25-15,0 0-12 0,0 0 11 0,0 0-8 16,9-3-3-16,-9 3-35 0,0 0 26 0,0 0-10 16,8-4-3-16,-8 4-1 0,0 0-8 0,8-4 16 15,-8 4 0-15,0 0-10 0,5-5 10 0,-5 5 1 16,0 0-74-16,0 0 86 0,0 0-9 0,0 0 7 15,0 0-22-15,0 0-5 0,5-4-8 0,-5 4 4 16,0 0-10-16,0 0 3 0,0 0-23 0,0 0 19 16,0 0-3-16,0 0 7 0,0 0 0 0,3 5-6 15,-3-5 8-15,0 0-6 0,2 7-3 0,-2-7 4 16,0 0 5-16,1 8 0 0,-1-8 4 0,0 7 1 0,0-7 7 16,-2 7 0-16,2-7-6 0,1 7-3 0,-1-7 7 15,0 0 1-15,1 9 142 0,-1-9-167 0,0 0 14 16,0 7-19-16,0-7-17 0,0 0-17 0,0 0-55 15,0 0-25-15,0 0-93 0,14 1-157 0,-14-1-192 16,15-6-194-16,-6 1-73 0,3-1-776 0,1 0-522 16</inkml:trace>
  <inkml:trace contextRef="#ctx0" brushRef="#br0" timeOffset="2">1050-37 0 0,'0'0'416'0,"-7"3"-113"0,7-3-19 0,0 0 11 0,0 0 7 16,-6 5-8-16,6-5-20 0,0 0-5 0,0 0 6 15,0 0 17-15,0 0 16 0,1 9-3 0,-1-9-6 16,0 0-12-16,8 3-25 0,-8-3-37 0,10 2-13 16,-10-2-31-16,14 0-24 0,-14 0-20 0,14 0-19 15,-5-4-14-15,-1 6-8 0,-8-2-16 0,17-1-5 16,-17 1-24-16,17-2 23 0,-9 0-8 0,-8 2-1 0,17-2 3 16,-17 2 3-16,15-4-72 0,-7 3 91 0,-8 1 1 15,14-5 5-15,-7 3-18 0,-7 2 15 0,13-5-27 16,-6 2 24-16,-2 0-18 0,0-1 37 0,2 0-26 15,-7 4 10-15,10-6-37 0,-5 2-5 0,-5 4 17 16,9-8-23-16,-9 8 13 0,6-8-15 0,-6 8 9 16,6-7-16-16,-6 7 1 0,3-7-1 0,-3 7-9 15,0 0-4-15,4-7-16 0,-4 7 0 0,0 0 2 16,-2-8-21-16,2 8 3 0,-4-6-19 0,4 6-36 16,-7-3 24-16,7 3-22 0,-11-5 10 0,11 5 8 15,-13-4-17-15,13 4 18 0,-13-3-13 0,13 3-5 0,-14-2 4 16,14 2 0-16,-12-2-2 0,12 2 44 0,-12-1-20 15,12 1 9-15,-10-1 1 0,10 1-5 0,-11-1 17 16,11 1 5-16,-10-1 16 0,10 1-26 0,0 0 12 16,-15-1 7-16,15 1 2 0,-10 0-8 0,10 0-8 15,-11 1 13-15,11-1 5 0,-10 2-2 0,10-2-2 16,-15 2-6-16,15-2 14 0,-15 2 37 0,15-2-53 16,-16 4 6-16,9-1-16 0,-1-1 23 0,0 2-10 15,0-2 51-15,-1 2-64 0,1 0-3 0,-1 1 8 16,0 0 16-16,1 1-4 0,-2-2 3 0,1 2 10 15,1 0-3-15,-1 0-5 0,1 2-59 0,0 0 73 0,-1-1-7 16,1 1 41-16,-2 1-44 0,2-1 33 0,-1 2-9 16,1-1-19-16,-1 0 8 0,2 0-2 0,-1 1-15 15,3-1 15-15,0 1-9 0,-2-1 2 0,3-1-11 16,-1 2 62-16,3-2-56 0,0 0-9 0,0-1 8 16,1 1-4-16,1-1 2 0,1 0 38 0,-1-7-38 15,4 14-11-15,-2-7 6 0,2-3-9 0,-1 1 21 16,1-1-15-16,-4-4 1 0,9 8 21 0,-9-8-11 0,12 7-50 15,-12-7 52-15,11 3 0 0,-11-3 2 16,16 1 4-16,-16-1-2 0,17-1-11 0,-6-1 5 16,-1-1 1-16,2 1 0 0,-1-1-17 0,0-1 8 0,2-1 5 15,-1 0-5-15,0 1 140 0,-1-2-165 0,1 1 7 16,-1-1 3-16,-1 1-5 0,-1 1 14 0,-1-1 52 16,0 1-65-16,-3 0 6 0,2 0 10 0,-7 4 0 15,11-5-7-15,-11 5 7 0,7-4-8 0,-7 4 8 16,6-3 2-16,-6 3-7 0,0 0 20 0,0 0-26 15,5-5-10-15,-5 5-12 0,0 0-7 0,0 0-9 16,0 0-9-16,0 0-7 0,0 0-30 0,0 0-3 16,0 0 24-16,0 0 17 0,0 0 8 0,0 0 13 0,0 0 4 15,3 7 7-15,-3-7 7 0,0 0 1 16,-2 7 9-16,2-7 1 0,0 0 16 0,0 8-18 0,0-8 4 16,0 0 1-16,-1 7 2 0,1-7 0 0,0 0 21 15,0 0-17-15,5 7 5 0,-5-7 12 0,0 0 0 16,5 4 16-16,-5-4 2 0,10 2-9 0,-10-2-10 15,12 0 9-15,-12 0-7 0,15-2-2 0,-15 2-4 16,15-3-3-16,-7 0-4 0,-1 0 0 0,2 0-10 16,-1-1 1-16,-1 0-2 0,0 0-1 0,0 1-3 15,-7 3-5-15,11-6 1 0,-11 6-1 0,7-3-9 16,-7 3-85-16,0 0 96 0,7-4-15 0,-7 4 2 0,0 0 8 16,0 0-2-16,0 0 7 0,0 0 10 15,3 7-3-15,-3-7 8 0,0 0-5 0,0 0 9 0,0 7 5 16,0-7 9-16,0 0 8 0,0 0 32 0,0 0-3 15,0 0 6-15,4 5 17 0,-4-5 7 0,0 0-13 16,0 0 2-16,0 0-19 0,7-5 6 0,-7 5-25 16,9 0-6-16,-9 0-7 0,10-3 3 0,-10 3-11 15,10-2-10-15,-10 2-16 0,11-2-7 0,-11 2-10 16,10-5 25-16,-10 5-44 0,10-2-10 0,-10 2 4 16,0 0-10-16,9-1 3 0,-9 1-3 0,0 0-17 15,0 0-6-15,0 0-3 0,10 1-3 0,-10-1 21 0,0 0 4 16,0 0 8-16,0 0 6 0,1 7-2 15,-1-7 6-15,0 0-1 0,0 0 3 0,0 0 2 0,-1 7 8 16,1-7 4-16,0 0 8 0,0 0 15 0,0 0 0 16,0 0-2-16,0 0-9 0,12 0-2 0,-12 0-22 15,5-4-10-15,-5 4-10 0,6-5-8 0,-6 5 9 16,9-5 9-16,-9 5 0 0,8-7 6 0,-8 7 11 16,10-7 2-16,-10 7-8 0,10-7 19 0,-10 7 16 0,7-4 6 15,-7 4 13-15,4-3 14 0,-4 3 15 16,0 0 13-16,7-3-3 0,-7 3 8 0,0 0 8 15,0 0 9-15,0 0 6 0,7-4 4 0,-7 4 6 0,0 0 1 16,0 0 3-16,0 0 7 0,0 0 10 0,8-4-7 16,-8 4-10-16,0 0 110 0,10-3-285 0,-10 3 151 15,0 0-16-15,8-1-9 0,-8 1 2 0,0 0-42 16,0 0 62-16,8-2-28 0,-8 2 0 0,0 0 18 16,6 4-5-16,-6-4 9 0,0 0-10 0,6 4 17 15,-6-4 5-15,0 0 1 0,7 6-9 0,-7-6 17 16,6 5-1-16,-6-5 32 0,8 7 2 0,-8-7-5 0,12 7-27 15,-7-2-8-15,2-3-10 0,-1 3-8 16,2-1-7-16,1-1-12 0,0 0 2 0,0 0-56 16,2 0 80-16,0 1-78 0,0-2-45 0,0 1-30 0,3-2-43 15,-3 1-25-15,3 0-54 0,0 1-41 0,-1-2-97 16,2 1-98-16,1-1-92 0,-1 1-152 0,-5-1-103 16,4-1-37-16,2 2-775 0,-3-1-516 0</inkml:trace>
  <inkml:trace contextRef="#ctx0" brushRef="#br0" timeOffset="3">1566-87 0 0,'0'0'1017'15,"0"0"-495"-15,0 0-28 0,-6-4-59 0,6 4-49 16,0 0-3-16,0 0-38 0,0 0-37 0,0 0-38 0,0 0-31 16,0 0-20-16,0 0-24 0,0 0-24 0,0 0-18 15,0 0-15-15,0 0-13 0,0 0-14 0,1 6-20 16,-1-6-7-16,0 0-10 0,0 0-19 0,0 0-2 16,0 0-6-16,0 0 5 0,0 0 2 0,-1 7-1 15,1-7 1-15,0 0-5 0,0 0-8 0,1 8-7 16,-1-8 2-16,0 0-12 0,0 8 43 0,0-8-57 15,0 0-3-15,-1 9 3 0,1-9-8 0,0 7-2 16,0-7 9-16,0 6-2 0,0-6 1 0,0 0-7 0,0 9-5 16,0-9 8-16,0 0 2 0,0 7-4 15,0-7 6-15,0 0 1 0,0 0 2 0,0 0-8 0,0 0-62 16,0 0 77-16,0 0 17 0,0 0-4 0,0 0 1 16,0 0 2-16,0 0-6 0,0 0 6 0,0 0 10 15,0 0 0-15,0 0-17 0,0 0 0 0,0 0-3 16,0 0-8-16,0 0-6 0,0 0 39 0,1-7-38 15,-1 7-5-15,0 0-14 0,4-7 6 0,-4 7-6 16,3-7 4-16,-3 7 5 0,4-6-12 0,-4 6 11 16,6-5-11-16,-6 5 29 0,7-5-10 0,-7 5-4 15,7-6-8-15,-7 6 4 0,6-3-8 0,-6 3-1 0,10-5-12 16,-10 5 8-16,9-3 0 0,-9 3 3 0,9-3 0 16,-9 3-6-16,8-2 19 0,-8 2 83 15,0 0-120-15,8-2 1 0,-8 2 17 0,0 0-10 0,0 0 11 16,0 0 5-16,6-4 30 0,-6 4-33 0,0 0-7 15,0 0 12-15,0 0-6 0,0 0-6 0,0 0 1 16,0 0-15-16,0 0-3 0,0 0 3 0,0 0-32 16,0 0-17-16,0 0-11 0,0 0-10 0,0 0 14 0,0 0 21 15,0 0 13-15,-8 4 12 0,8-4 12 16,-8 3 1-16,8-3 8 0,-10 4 7 0,10-4 0 16,-14 3 9-16,14-3-2 0,-16 3 3 0,9-1-1 0,-2-1 3 15,-2 1-2-15,3 1-8 0,-3-1-1 0,11-2 1 16,-14 3-5-16,4-2 5 0,10-1-18 0,-13 5 6 15,13-5 0-15,-11 3-2 0,11-3 7 0,-7 3-5 16,7-3 6-16,0 0 2 0,0 0 3 0,-8 2 4 16,8-2 7-16,0 0 0 0,0 0 6 0,0 0 4 15,0 0 3-15,0 0 8 0,0 0-1 0,0 0-14 16,0 0 19-16,0 0-4 0,0 0 0 0,10 1-5 16,-10-1 3-16,0 0-7 0,15-1 7 0,-15 1-3 15,13-1-3-15,-13 1-2 0,16-1 0 0,-16 1-1 16,18-4-5-16,-9 3-3 0,0 0-17 0,1 0 6 0,-1-1-5 15,1 0-12-15,-2 2-13 0,-8 0-12 0,17-2-8 16,-9 1-13-16,-8 1-5 0,14-3-12 0,-14 3-3 16,11-1-56-16,-11 1 64 0,9-2-10 0,-9 2-6 15,0 0-18-15,12-2-21 0,-12 2-43 0,0 0-64 16,9-3-68-16,-9 3-61 0,0 0-29 0,7-4 24 16,-7 4-140-16,4-5-315 0,-4 5-85 0</inkml:trace>
  <inkml:trace contextRef="#ctx0" brushRef="#br0" timeOffset="4">923 24 0 0,'0'0'686'0,"0"0"-405"0,0 0-21 0,0 0 1 16,0 0-13-16,0 0-23 0,0 0-20 15,0 0-24-15,0 0-48 0,-8 2-20 0,8-2-29 16,0 0-14-16,0 0-9 0,0 0-11 0,-3 6-4 0,3-6-10 15,0 0 17-15,0 0-4 0,0 0 10 0,0 0-2 16,0 0 14-16,0 0 22 0,0 0 12 0,0 0 14 16,0 0 13-16,0 0 7 0,0 0 4 0,0 0 3 15,0 0-8-15,0 0 1 0,0 0-4 0,0 0-5 16,0 0-14-16,0 0-17 0,0 0-11 0,5 3-8 16,-5-3-19-16,0 0-6 0,0 0-12 0,13 0 9 15,-13 0-19-15,0 0-13 0,12 0 0 0,-12 0-3 16,11 0-2-16,-11 0 4 0,9-1-9 0,-9 1-5 0,10-2 4 15,-10 2-2-15,0 0 11 0,11-2-10 16,-11 2 3-16,0 0 11 0,9-4 11 0,-9 4 9 0,0 0 7 16,0 0 5-16,6-3-2 0,-6 3-2 0,0 0-12 15,0 0-3-15,0 0-5 0,0 0-9 0,0 0-3 16,0 0-6-16,1-8-4 0,-1 8 4 0,0 0 7 16,0 0-20-16,-2-6-2 0,2 6 4 0,0 0-1 15,0 0 3-15,-1-8-6 0,1 8 0 0,0 0 0 16,0 0 1-16,0 0-2 0,0 0-6 0,0 0 5 15,0 0-1-15,0 0 1 0,0 0 2 0,0 0-4 16,0 0 32-16,0 0 18 0,0 0-9 0,0 0 1 0,0 0 10 16,0 0 10-16,0 0 0 0,0 0 10 15,0 0 7-15,0 0-13 0,0 0-3 0,0 0-4 0,0 0 6 16,0 0-9-16,0 0 4 0,0 0 91 0,0 0-137 16,0 0 14-16,0 0 11 0,0 0-3 0,0 9-3 15,0-9-6-15,0 9-2 0,0-9 2 0,0 9-24 16,0-9-39-16,0 8-66 0,0-8-142 0,-2 8-39 15,2-8-128-15,-1 9-147 0,1-9-142 0,-2 6-51 16,2-6-812-16,-2 9-503 0</inkml:trace>
  <inkml:trace contextRef="#ctx0" brushRef="#br0" timeOffset="5">1650-173 0 0,'0'0'754'0,"0"0"-455"0,0 0-70 0,0 0 61 0,0 0-28 15,0 0-43-15,0 0-41 0,0 0-29 0,0 0-51 16,0 0 47-16,0 0-78 0,0 0-13 0,0 0 9 15,0 0 24-15,0 0 19 0,0 0 9 0,0 0-2 16,0 0 1-16,0 0-3 0,0 0-6 0,-3 5-8 16,3-5-15-16,0 0-17 0,0 0 23 0,0 0-9 15,1 8 2-15,-1-8 8 0,0 0 5 0,0 0-8 16,0 0 4-16,4 5 16 0,-4-5-23 0,0 0-2 0,0 0-26 16,0 0 7-16,7 3-17 0,-7-3-10 15,0 0-4-15,10 0-10 0,-10 0-17 0,8-5-12 0,-8 5-20 16,0 0-5-16,0 0-7 0,12-2-6 0,-12 2 4 15,0 0-15-15,0 0-14 0,6-4 2 0,-6 4-20 16,0 0 20-16,0 0-41 0,0 0 21 0,0 0-22 16,0 0 2-16,0 0 19 0,0 0 1 0,0 0 16 15,3-5 16-15,-3 5 7 0,0 0 11 0,0 0 12 16,0 0-1-16,0 0 15 0,0 0 6 0,0 0 7 16,0 0 14-16,0 0-14 0,0 0-6 0,0 0-97 15,0 0 151-15,0 0 7 0,0 0 17 0,-4 4-4 0,4-4 38 16,0 0-33-16,-4 7-4 0,4-7 13 15,0 0-19-15,-4 8 4 0,4-8-14 0,0 0-24 0,-2 8 6 16,2-8 5-16,0 0-7 0,-1 7-3 0,1-7-41 16,0 0-55-16,0 0-49 0,0 0-104 0,0 9-101 15,0-9-111-15,0 0-46 0,0 0-631 0,0 0-298 16</inkml:trace>
  <inkml:trace contextRef="#ctx0" brushRef="#br0" timeOffset="6">1718-289 0 0,'0'0'1884'15,"0"0"-962"-15,0 0-21 0,0 0-93 0,0 0-93 16,0 0-64-16,0 0-69 0,0 0-46 0,0 0-20 16,0 0-98-16,0 0-90 0,0 0-68 0,0 0-58 0,0 0-60 15,3-7-72-15,-3 7-96 0,0 0-81 0,6-5-83 16,-6 5-81-16,0 0-48 0,4-5-129 0,-4 5-205 16,0 0-128-16,0 0-191 0,0 0-150 0,0 0-550 15,0 0-539-15</inkml:trace>
  <inkml:trace contextRef="#ctx0" brushRef="#br0" timeOffset="7">743-38 0 0,'0'0'687'0,"0"0"-270"0,0 0 23 0,0 0-6 0,0 0-23 16,0 0-21-16,0 0 5 0,0 0-24 0,0 0 5 15,0 0-11-15,0 0-13 0,0 0-9 0,0 0-31 16,0 0-19-16,0 0-14 0,0 0-22 0,0 0-22 16,0 0-31-16,0 0-10 0,0 0-24 0,0 0 13 15,0 0-8-15,0 0-53 0,0 0-9 0,0 0-28 0,0 0-22 16,0 0-7-16,0 0-21 0,-3 7 13 0,3-7-16 15,0 0 7-15,1 9-2 0,-1-9-3 0,1 8-16 16,-1-8 6-16,2 11 9 0,-2-11-60 0,2 10-49 16,-2-10-48-16,3 9-70 0,-3-9-51 0,1 10-145 15,-1-10-76-15,1 9-161 0,-1-9-190 0,-2 7-59 16,2-7-852-16,-2 6-561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in="-2.14748E9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2T12:37:03.726"/>
    </inkml:context>
    <inkml:brush xml:id="br0">
      <inkml:brushProperty name="width" value="0.07006" units="cm"/>
      <inkml:brushProperty name="height" value="0.07006" units="cm"/>
      <inkml:brushProperty name="color" value="#ED1C24"/>
      <inkml:brushProperty name="fitToCurve" value="1"/>
    </inkml:brush>
  </inkml:definitions>
  <inkml:trace contextRef="#ctx0" brushRef="#br0">58 170 0 0,'0'0'723'16,"0"0"-303"-16,4-6 27 0,-4 6-27 0,5-7-21 16,-5 7-11-16,3-7 23 0,-3 7 6 0,4-6-28 15,-4 6-19-15,0 0-29 0,2-8-34 0,-2 8-31 16,0 0-30-16,0 0-14 0,3-5-157 0,-3 5 139 0,0 0-34 16,0 0-22-16,0 0-19 0,0 0-38 0,0 0 7 15,0 0-19-15,0 0-25 0,0 0-22 0,0 0 3 16,0 0-31-16,0 0 7 0,0 0-13 0,0 0-16 15,1 8 16-15,-1-8-1 0,-1 13 40 0,1-4-42 16,-2 0-4-16,1 2 2 0,-3 1 3 0,1 0-7 16,0 4 23-16,-1-3 4 0,0 2-26 0,1-1 12 15,0 3 54-15,-1-2-43 0,2 0 11 0,-2-1-17 16,3 2 5-16,-2-3-37 0,2 0 33 0,-1 0-16 16,1 0 17-16,1-3-8 0,-1 1-11 0,1-3 7 15,0 1-3-15,0-2 6 0,1 0-4 0,-1-7-3 16,2 12 17-16,-2-12-12 0,3 8 10 0,-3-8 7 0,5 6 90 15,-5-6-72-15,7 4 13 0,-7-4 10 0,9 1 6 16,-9-1-25-16,13-3 45 0,-7 0-50 0,2-2-15 16,1-1-11-16,-1 1-2 0,1-3-20 0,-2-1-31 15,3 0-52-15,1-3-25 0,0-1-49 0,0 0-59 16,1-1-86-16,1-1-99 0,1 0-87 0,0-1-125 16,0 3-123-16,-1-2-12 0,-1 2-22 0,2 1-590 15,-2 1-434-15</inkml:trace>
  <inkml:trace contextRef="#ctx0" brushRef="#br0" timeOffset="0.1451">348 381 0 0,'0'0'711'0,"0"0"-276"0,0 0 42 0,0 0-34 0,0 0-98 15,0 0 25-15,0 0-14 0,0 0-25 0,0 0-50 16,0 0-34-16,0 0-42 0,0 0-26 0,0 0-31 16,0 0-27-16,0 0-27 0,0 0-21 0,0 0-3 15,-2 6 21-15,2-6 34 0,0 0 13 0,-4 9-3 16,4-9 6-16,-4 9-1 0,4-9 0 0,-7 10-1 15,3-3-9-15,0-1-18 0,0 2-13 0,1 0-12 16,-1-2-7-16,1 2-19 0,0 0 1 0,-1-2-17 0,1 1-7 16,1-1-10-16,2-6-4 0,-4 10-6 0,4-10-5 15,-3 9 2-15,3-9-5 0,-1 7 6 16,1-7-1-16,0 0 1 0,0 0 8 0,-2 6-1 0,2-6 33 16,0 0 10-16,0 0 7 0,0 0-1 0,0 0-18 15,0 0 1-15,10-3 35 0,-10 3-71 0,9-7 2 16,-4 2-5-16,4 2-2 0,-4-1-9 0,1-1 69 15,-2 0-82-15,2-1 0 0,-1 2-3 0,1-1 4 16,-6 5 8-16,8-8 2 0,-8 8-7 0,7-5-1 16,-7 5 4-16,4-4 1 0,-4 4-8 0,0 0-17 15,0 0 18-15,6-4-4 0,-6 4-148 0,0 0 162 0,0 0 1 16,0 0-2-16,0 0-2 0,0 0 8 0,4 7-7 16,-4-7-1-16,0 0 1 0,-1 8-2 15,1-8-6-15,-2 7 12 0,2-7-2 0,0 8-1 0,0-8-6 16,1 6 15-16,-1-6 31 0,0 0-51 0,0 10 4 15,0-10 4-15,5 4-2 0,-5-4-14 0,0 0 52 16,0 0-30-16,0 0 7 0,3 5-1 0,-3-5 6 16,0 0-6-16,0 0 1 0,11-2 1 0,-11 2-2 15,11-3-21-15,-5-1 15 0,1 0 2 0,0 1-8 16,1-1-14-16,-1-1 146 0,1 1-176 0,-2 0 3 16,1 0 9-16,-7 4 9 0,10-6-13 0,-10 6 1 0,8-3 14 15,-8 3-7-15,0 0 14 0,0 0-11 0,7-4-2 16,-7 4 5-16,0 0-4 0,0 0 16 0,0 0 5 15,0 0-5-15,7 5 5 0,-7-5-2 0,0 0 3 16,0 0-1-16,0 0 3 0,1 7-7 0,-1-7 25 16,0 0-9-16,0 0 3 0,6 4 5 0,-6-4-153 15,0 0 188-15,0 0-5 0,0 0 1 0,10 2-5 16,-10-2-12-16,0 0 1 0,11-3-10 0,-11 3-1 16,8-3-6-16,-8 3-2 0,11-5 0 0,-11 5-4 15,9-3 28-15,-9 3-48 0,9-2-20 0,-9 2 18 16,8-3-6-16,-8 3-2 0,0 0-3 0,8-2-4 15,-8 2-11-15,0 0 8 0,0 0 9 0,0 0-8 0,0 0 0 16,0 0-4-16,11 2 32 0,-11-2-9 16,0 0 17-16,0 0-13 0,0 0 4 0,0 0-1 0,0 0 5 15,0 0 4-15,0 0 0 0,0 0 2 0,0 0 1 16,0 0-2-16,0 0 3 0,7 1-3 0,-7-1-24 16,0 0 39-16,0 0-16 0,0 0-1 0,0 0 3 15,0 0 10-15,11-1-9 0,-11 1-9 0,0 0-16 16,10-3 6-16,-10 3-27 0,7-2-6 0,-7 2-16 15,10-6-17-15,-10 6 9 0,11-2 9 0,-11 2 2 16,10-3 8-16,-10 3 7 0,8-1 8 0,-8 1 10 16,0 0 8-16,0 0 7 0,11 0-10 0,-11 0 36 0,0 0 15 15,0 0 25-15,0 0-12 0,0 0 11 0,0 0-8 16,9-3-3-16,-9 3-35 0,0 0 26 0,0 0-10 16,8-4-3-16,-8 4-1 0,0 0-8 0,8-4 16 15,-8 4 0-15,0 0-10 0,5-5 10 0,-5 5 1 16,0 0-74-16,0 0 86 0,0 0-9 0,0 0 7 15,0 0-22-15,0 0-5 0,5-4-8 0,-5 4 4 16,0 0-10-16,0 0 3 0,0 0-23 0,0 0 19 16,0 0-3-16,0 0 7 0,0 0 0 0,3 5-6 15,-3-5 8-15,0 0-6 0,2 7-3 0,-2-7 4 16,0 0 5-16,1 8 0 0,-1-8 4 0,0 7 1 0,0-7 7 16,-2 7 0-16,2-7-6 0,1 7-3 0,-1-7 7 15,0 0 1-15,1 10 142 0,-1-10-167 0,0 0 14 16,0 7-19-16,0-7-17 0,0 0-17 0,0 0-55 15,0 0-25-15,0 0-93 0,14 1-157 0,-14-1-192 16,15-6-194-16,-6 1-73 0,3-2-776 0,1 1-522 16</inkml:trace>
  <inkml:trace contextRef="#ctx0" brushRef="#br0" timeOffset="1.1451">1084 304 0 0,'0'0'416'0,"-7"3"-113"0,7-3-19 0,0 0 11 0,0 0 7 16,-6 5-8-16,6-5-20 0,0 0-5 0,0 0 6 15,0 0 17-15,0 0 16 0,1 9-3 0,-1-9-6 16,0 0-12-16,8 3-25 0,-8-3-37 0,10 2-13 16,-10-2-31-16,14 0-24 0,-14 0-20 0,14 0-19 15,-5-4-14-15,-1 6-8 0,-8-2-16 0,17-1-5 16,-17 1-24-16,17-2 23 0,-9 0-8 0,-8 2-1 0,17-2 3 16,-17 2 3-16,15-4-72 0,-7 3 91 0,-8 1 1 15,14-5 5-15,-7 3-18 0,-7 2 15 0,13-5-27 16,-6 2 24-16,-2 0-18 0,0-1 37 0,2 0-26 15,-7 4 10-15,10-6-37 0,-5 2-5 0,-5 4 17 16,9-8-23-16,-9 8 13 0,6-8-15 0,-6 8 9 16,6-7-16-16,-6 7 1 0,3-7-1 0,-3 7-9 15,0 0-4-15,4-7-16 0,-4 7 0 0,0 0 2 16,-2-8-21-16,2 8 3 0,-4-6-19 0,4 6-36 16,-7-3 24-16,7 3-22 0,-11-5 10 0,11 5 8 15,-13-5-17-15,13 5 18 0,-13-3-13 0,13 3-5 0,-14-2 4 16,14 2 0-16,-12-2-2 0,12 2 44 0,-12-1-20 15,12 1 9-15,-10-1 1 0,10 1-5 0,-11-1 17 16,11 1 5-16,-10-1 16 0,10 1-26 0,0 0 12 16,-15-1 7-16,15 1 2 0,-10 0-8 0,10 0-8 15,-11 1 13-15,11-1 5 0,-10 2-2 0,10-2-2 16,-15 2-6-16,15-2 14 0,-15 2 37 0,15-2-53 16,-16 4 6-16,9 0-16 0,-1-2 23 0,0 2-10 15,0-2 51-15,-1 2-64 0,1 0-3 0,-1 1 8 16,0 0 16-16,1 1-4 0,-2-2 3 0,1 2 10 15,1 0-3-15,-1 0-5 0,1 2-59 0,0 0 73 0,-1-1-7 16,1 1 41-16,-2 1-44 0,2-1 33 0,-1 2-9 16,1-1-19-16,-1 1 8 0,2-1-2 0,-1 1-15 15,3-1 15-15,0 1-9 0,-2-1 2 0,3-1-11 16,-1 2 62-16,3-2-56 0,0 0-9 0,0-1 8 16,1 1-4-16,1-1 2 0,1 0 38 0,-1-7-38 15,4 15-11-15,-2-8 6 0,2-3-9 0,-1 1 21 16,1-1-15-16,-4-4 1 0,9 8 21 0,-9-8-11 0,12 7-50 15,-12-7 52-15,11 3 0 0,-11-3 2 16,16 1 4-16,-16-1-2 0,17-1-11 0,-6-1 5 16,-1-1 1-16,2 1 0 0,-1-1-17 0,0-1 8 0,2-1 5 15,-1 0-5-15,0 1 140 0,-1-2-165 0,1 1 7 16,-1-1 3-16,-1 0-5 0,-1 2 14 0,-1-1 52 16,0 1-65-16,-3 0 6 0,2 0 10 0,-7 4 0 15,11-5-7-15,-11 5 7 0,7-4-8 0,-7 4 8 16,6-3 2-16,-6 3-7 0,0 0 20 0,0 0-26 15,5-5-10-15,-5 5-12 0,0 0-7 0,0 0-9 16,0 0-9-16,0 0-7 0,0 0-30 0,0 0-3 16,0 0 24-16,0 0 17 0,0 0 8 0,0 0 13 0,0 0 4 15,3 7 7-15,-3-7 7 0,0 0 1 16,-2 7 9-16,2-7 1 0,0 0 16 0,0 8-18 0,0-8 4 16,0 0 1-16,-1 7 2 0,1-7 0 0,0 0 21 15,0 0-17-15,5 7 5 0,-5-7 12 0,0 0 0 16,5 4 16-16,-5-4 2 0,10 2-9 0,-10-2-10 15,12 0 9-15,-12 0-7 0,15-2-2 0,-15 2-4 16,15-3-3-16,-7 0-4 0,-1 0 0 0,2 0-10 16,-1-1 1-16,-1 0-2 0,0 0-1 0,0 1-3 15,-7 3-5-15,11-6 1 0,-11 6-1 0,7-3-9 16,-7 3-85-16,0 0 96 0,7-4-15 0,-7 4 2 0,0 0 8 16,0 0-2-16,0 0 7 0,0 0 10 15,3 7-3-15,-3-7 8 0,0 0-5 0,0 0 9 0,0 7 5 16,0-7 9-16,0 0 8 0,0 0 32 0,0 0-3 15,0 0 6-15,4 5 17 0,-4-5 7 0,0 0-13 16,0 0 2-16,0 0-19 0,7-5 6 0,-7 5-25 16,9 0-6-16,-9 0-7 0,10-3 3 0,-10 3-11 15,10-2-10-15,-10 2-16 0,11-2-7 0,-11 2-10 16,10-5 25-16,-10 5-44 0,10-2-10 0,-10 2 4 16,0 0-10-16,10-1 3 0,-10 1-3 0,0 0-17 15,0 0-6-15,0 0-3 0,10 1-3 0,-10-1 21 0,0 0 4 16,0 0 8-16,0 0 6 0,1 7-2 15,-1-7 6-15,0 0-1 0,0 0 3 0,0 0 2 0,-1 7 8 16,1-7 4-16,0 0 8 0,0 0 15 0,0 0 0 16,0 0-2-16,0 0-9 0,12 0-2 0,-12 0-22 15,5-4-10-15,-5 4-10 0,6-5-8 0,-6 5 9 16,9-5 9-16,-9 5 0 0,8-7 6 0,-8 7 11 16,10-7 2-16,-10 7-8 0,10-7 19 0,-10 7 16 0,7-4 6 15,-7 4 13-15,4-3 14 0,-4 3 15 16,0 0 13-16,7-3-3 0,-7 3 8 0,0 0 8 15,0 0 9-15,0 0 6 0,7-4 4 0,-7 4 6 0,0 0 1 16,0 0 3-16,0 0 7 0,0 0 10 0,8-4-7 16,-8 4-10-16,0 0 110 0,10-3-285 0,-10 3 151 15,0 0-16-15,8-1-9 0,-8 1 2 0,0 0-42 16,0 0 62-16,8-2-28 0,-8 2 0 0,0 0 18 16,6 4-5-16,-6-4 9 0,0 0-10 0,6 4 17 15,-6-4 5-15,0 0 1 0,7 6-9 0,-7-6 17 16,6 5-1-16,-6-5 32 0,8 7 2 0,-8-7-5 0,12 7-27 15,-7-2-8-15,2-3-10 0,-1 3-8 16,2-1-7-16,1-1-12 0,0 0 2 0,0 0-56 16,2 0 80-16,0 1-78 0,0-2-45 0,0 1-30 0,3-2-43 15,-3 1-25-15,3 0-54 0,0 1-41 0,-1-2-97 16,2 1-98-16,1-1-92 0,-1 1-152 0,-5-1-103 16,4-1-37-16,2 2-775 0,-3 0-516 0</inkml:trace>
  <inkml:trace contextRef="#ctx0" brushRef="#br0" timeOffset="2.1451">1601 254 0 0,'0'0'1017'15,"0"0"-495"-15,0 0-28 0,-6-4-59 0,6 4-49 16,0 0-3-16,0 0-38 0,0 0-37 0,0 0-38 0,0 0-31 16,0 0-20-16,0 0-24 0,0 0-24 0,0 0-18 15,0 0-15-15,0 0-13 0,0 0-14 0,1 6-20 16,-1-6-7-16,0 0-10 0,0 0-19 0,0 0-2 16,0 0-6-16,0 0 5 0,0 0 2 0,-1 7-1 15,1-7 1-15,0 0-5 0,0 0-8 0,1 8-7 16,-1-8 2-16,0 0-12 0,0 8 43 0,0-8-57 15,0 0-3-15,-1 9 3 0,1-9-8 0,0 7-2 16,0-7 9-16,0 6-2 0,0-6 1 0,0 0-7 0,0 9-5 16,0-9 8-16,0 0 2 0,0 7-4 15,0-7 6-15,0 0 1 0,0 0 2 0,0 0-8 0,0 0-62 16,0 0 77-16,0 0 17 0,0 0-4 0,0 0 1 16,0 0 2-16,0 0-6 0,0 0 6 0,0 0 10 15,0 0 0-15,0 0-17 0,0 0 0 0,0 0-3 16,0 0-8-16,0 0-6 0,0 0 39 0,1-7-38 15,-1 7-5-15,0 0-14 0,4-7 6 0,-4 7-6 16,3-7 4-16,-3 7 5 0,4-6-12 0,-4 6 11 16,6-5-11-16,-6 5 29 0,7-5-10 0,-7 5-4 15,7-6-8-15,-7 6 4 0,6-3-8 0,-6 3-1 0,10-5-12 16,-10 5 8-16,9-3 0 0,-9 3 3 0,9-3 0 16,-9 3-6-16,8-2 19 0,-8 2 83 15,0 0-120-15,8-2 1 0,-8 2 17 0,0 0-10 0,0 0 11 16,0 0 5-16,6-4 30 0,-6 4-33 0,0 0-7 15,0 0 12-15,0 0-6 0,0 0-6 0,0 0 1 16,0 0-15-16,0 0-3 0,0 0 3 0,0 0-32 16,0 0-17-16,0 0-11 0,0 0-10 0,0 0 14 0,0 0 21 15,0 0 13-15,-8 4 12 0,8-4 12 16,-8 3 1-16,8-3 8 0,-10 4 7 0,10-4 0 16,-14 3 9-16,14-3-2 0,-16 3 3 0,9-1-1 0,-2-1 3 15,-2 1-2-15,3 1-8 0,-3-1-1 0,11-2 1 16,-14 3-5-16,4-2 5 0,10-1-18 0,-13 5 6 15,13-5 0-15,-11 3-2 0,11-3 7 0,-7 3-5 16,7-3 6-16,0 0 2 0,0 0 3 0,-8 2 4 16,8-2 7-16,0 0 0 0,0 0 6 0,0 0 4 15,0 0 3-15,0 0 8 0,0 0-1 0,0 0-14 16,0 0 19-16,0 0-4 0,0 0 0 0,10 1-5 16,-10-1 3-16,0 0-7 0,15-1 7 0,-15 1-3 15,13-1-3-15,-13 1-2 0,16-1 0 0,-16 1-1 16,18-4-5-16,-9 3-3 0,0 0-17 0,1 0 6 0,-1-1-5 15,1 0-12-15,-2 2-13 0,-8 0-12 0,17-2-8 16,-9 1-13-16,-8 1-5 0,14-3-12 0,-14 3-3 16,11-1-56-16,-11 1 64 0,9-2-10 0,-9 2-6 15,0 0-18-15,12-2-21 0,-12 2-43 0,0 0-64 16,9-3-68-16,-9 3-61 0,0 0-29 0,7-4 24 16,-7 4-140-16,4-5-315 0,-4 5-85 0</inkml:trace>
  <inkml:trace contextRef="#ctx0" brushRef="#br0" timeOffset="3.1451">957 366 0 0,'0'0'686'0,"0"0"-405"0,0 0-21 0,0 0 1 16,0 0-13-16,0 0-23 0,0 0-20 15,0 0-24-15,0 0-48 0,-8 2-20 0,8-2-29 16,0 0-14-16,0 0-9 0,0 0-11 0,-3 6-4 0,3-6-10 15,0 0 17-15,0 0-4 0,0 0 10 0,0 0-2 16,0 0 14-16,0 0 22 0,0 0 12 0,0 0 14 16,0 0 13-16,0 0 7 0,0 0 4 0,0 0 3 15,0 0-8-15,0 0 1 0,0 0-4 0,0 0-5 16,0 0-14-16,0 0-17 0,0 0-11 0,5 3-8 16,-5-3-19-16,0 0-6 0,0 0-12 0,13 0 9 15,-13 0-19-15,0 0-13 0,12 0 0 0,-12 0-3 16,11 0-2-16,-11 0 4 0,9-1-9 0,-9 1-5 0,10-2 4 15,-10 2-2-15,0 0 11 0,11-2-10 16,-11 2 3-16,0 0 11 0,9-4 11 0,-9 4 9 0,0 0 7 16,0 0 5-16,6-3-2 0,-6 3-2 0,0 0-12 15,0 0-3-15,0 0-5 0,0 0-9 0,0 0-3 16,0 0-6-16,1-8-4 0,-1 8 4 0,0 0 7 16,0 0-20-16,-2-6-2 0,2 6 4 0,0 0-1 15,0 0 3-15,-1-8-6 0,1 8 0 0,0 0 0 16,0 0 1-16,0 0-2 0,0 0-6 0,0 0 5 15,0 0-1-15,0 0 1 0,0 0 2 0,0 0-4 16,0 0 32-16,0 0 18 0,0 0-9 0,0 0 1 0,0 0 10 16,0 0 10-16,0 0 0 0,0 0 10 15,0 0 7-15,0 0-13 0,0 0-3 0,0 0-4 0,0 0 6 16,0 0-9-16,0 0 4 0,0 0 91 0,0 0-137 16,0 0 14-16,0 0 11 0,0 0-3 0,0 9-3 15,0-9-6-15,0 9-2 0,0-9 2 0,0 9-24 16,0-9-39-16,0 8-66 0,0-8-142 0,-2 8-39 15,2-8-128-15,-1 9-147 0,1-9-142 0,-2 6-51 16,2-6-812-16,-2 9-503 0</inkml:trace>
  <inkml:trace contextRef="#ctx0" brushRef="#br0" timeOffset="4.1446">1685 167 0 0,'0'0'754'0,"0"0"-455"0,0 0-70 0,0 0 61 0,0 0-28 15,0 0-43-15,0 0-41 0,0 0-29 0,0 0-51 16,0 0 47-16,0 0-78 0,0 0-13 0,0 0 9 15,0 0 24-15,0 0 19 0,0 0 9 0,0 0-2 16,0 0 1-16,0 0-3 0,0 0-6 0,-3 5-8 16,3-5-15-16,0 0-17 0,0 0 23 0,0 0-9 15,1 8 2-15,-1-8 8 0,0 0 5 0,0 0-8 16,0 0 4-16,4 5 16 0,-4-5-23 0,0 0-2 0,0 0-26 16,0 0 7-16,7 3-17 0,-7-3-10 15,0 0-4-15,10 0-10 0,-10 0-17 0,8-5-12 0,-8 5-20 16,0 0-5-16,0 0-7 0,12-2-6 0,-12 2 4 15,0 0-15-15,0 0-14 0,6-4 2 0,-6 4-20 16,0 0 20-16,0 0-41 0,0 0 21 0,0 0-22 16,0 0 2-16,0 0 19 0,0 0 1 0,0 0 16 15,3-5 16-15,-3 5 7 0,0 0 11 0,0 0 12 16,0 0-1-16,0 0 15 0,0 0 6 0,0 0 7 16,0 0 14-16,0 0-14 0,0 0-6 0,0 0-97 15,0 0 151-15,0 0 7 0,0 0 17 0,-4 4-4 0,4-4 38 16,0 0-33-16,-4 7-4 0,4-7 13 15,0 0-19-15,-4 8 4 0,4-8-14 0,0 0-24 0,-2 8 6 16,2-8 5-16,0 0-7 0,-1 7-3 0,1-7-41 16,0 0-55-16,0 0-49 0,0 0-104 0,0 10-101 15,0-10-111-15,0 0-46 0,0 0-631 0,0 0-298 16</inkml:trace>
  <inkml:trace contextRef="#ctx0" brushRef="#br0" timeOffset="5.1446">1753 50 0 0,'0'0'1884'15,"0"0"-962"-15,0 0-21 0,0 0-93 0,0 0-93 16,0 0-64-16,0 0-69 0,0 0-46 0,0 0-20 16,0 0-98-16,0 0-90 0,0 0-68 0,0 0-58 0,0 0-60 15,3-7-72-15,-3 7-96 0,0 0-81 0,6-5-83 16,-6 5-81-16,0 0-48 0,4-5-129 0,-4 5-205 16,0 0-128-16,0 0-191 0,0 0-150 0,0 0-550 15,0 0-539-15</inkml:trace>
  <inkml:trace contextRef="#ctx0" brushRef="#br0" timeOffset="6.1446">777 303 0 0,'0'0'687'0,"0"0"-270"0,0 0 23 0,0 0-6 0,0 0-23 16,0 0-21-16,0 0 5 0,0 0-24 0,0 0 5 15,0 0-11-15,0 0-13 0,0 0-9 0,0 0-31 16,0 0-19-16,0 0-14 0,0 0-22 0,0 0-22 16,0 0-31-16,0 0-10 0,0 0-24 0,0 0 13 15,0 0-8-15,0 0-53 0,0 0-9 0,0 0-28 0,0 0-22 16,0 0-7-16,0 0-21 0,-3 7 13 0,3-7-16 15,0 0 7-15,1 9-2 0,-1-9-3 0,1 8-16 16,-1-8 6-16,2 12 9 0,-2-12-60 0,2 10-49 16,-2-10-48-16,3 9-70 0,-3-9-51 0,1 10-145 15,-1-10-76-15,1 9-161 0,-1-9-190 0,-2 7-59 16,2-7-852-16,-2 6-561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4T10:24:32.072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 contextRef="#ctx0" brushRef="#br0">25-170 0 0,'0'0'723'16,"0"0"-303"-16,4-6 27 0,-4 6-27 0,5-7-21 16,-5 7-11-16,3-7 23 0,-3 7 6 0,4-6-28 15,-4 6-19-15,0 0-29 0,2-8-34 0,-2 8-31 16,0 0-30-16,0 0-14 0,3-5-157 0,-3 5 139 0,0 0-34 16,0 0-22-16,0 0-19 0,0 0-38 0,0 0 7 15,0 0-19-15,0 0-25 0,0 0-22 0,0 0 3 16,0 0-31-16,0 0 7 0,0 0-13 0,0 0-16 15,1 8 16-15,-1-8-1 0,-1 13 40 0,1-4-42 16,-2 0-4-16,1 2 2 0,-3 1 3 0,1 0-7 16,0 3 23-16,-1-2 4 0,0 2-26 0,1-1 12 15,0 3 54-15,-1-2-43 0,2 0 11 0,-2-1-17 16,3 1 5-16,-2-2-37 0,2 0 33 0,-1 0-16 16,1 0 17-16,1-3-8 0,-1 1-11 0,1-3 7 15,0 1-3-15,0-2 6 0,1 0-4 0,-1-7-3 16,2 12 17-16,-2-12-12 0,3 7 10 0,-3-7 7 0,5 6 90 15,-5-6-72-15,7 4 13 0,-7-4 10 0,9 1 6 16,-9-1-25-16,13-3 45 0,-7 0-50 0,2-2-15 16,1 0-11-16,-1 0-2 0,1-3-20 0,-2-1-31 15,3 0-52-15,1-3-25 0,0-1-49 0,0 0-59 16,1-1-86-16,1-1-99 0,1 0-87 0,0 0-125 16,0 2-123-16,-1-2-12 0,-1 2-22 0,2 1-590 15,-2 1-434-15</inkml:trace>
  <inkml:trace contextRef="#ctx0" brushRef="#br0" timeOffset="1">315 39 0 0,'0'0'711'0,"0"0"-276"0,0 0 42 0,0 0-34 0,0 0-98 15,0 0 25-15,0 0-14 0,0 0-25 0,0 0-50 16,0 0-34-16,0 0-42 0,0 0-26 0,0 0-31 16,0 0-27-16,0 0-27 0,0 0-21 0,0 0-3 15,-2 6 21-15,2-6 34 0,0 0 13 0,-4 9-3 16,4-9 6-16,-4 9-1 0,4-9 0 0,-7 10-1 15,3-3-9-15,0-1-18 0,0 2-13 0,1 0-12 16,-1-2-7-16,1 2-19 0,0-1 1 0,-1-1-17 0,1 1-7 16,1-1-10-16,2-6-4 0,-4 10-6 0,4-10-5 15,-3 9 2-15,3-9-5 0,-1 7 6 16,1-7-1-16,0 0 1 0,0 0 8 0,-2 6-1 0,2-6 33 16,0 0 10-16,0 0 7 0,0 0-1 0,0 0-18 15,0 0 1-15,10-3 35 0,-10 3-71 0,9-7 2 16,-4 2-5-16,4 2-2 0,-4-1-9 0,1-1 69 15,-2 0-82-15,2-1 0 0,-1 2-3 0,1-1 4 16,-6 5 8-16,8-7 2 0,-8 7-7 0,7-5-1 16,-7 5 4-16,4-4 1 0,-4 4-8 0,0 0-17 15,0 0 18-15,6-4-4 0,-6 4-148 0,0 0 162 0,0 0 1 16,0 0-2-16,0 0-2 0,0 0 8 0,4 7-7 16,-4-7-1-16,0 0 1 0,-1 7-2 15,1-7-6-15,-2 7 12 0,2-7-2 0,0 8-1 0,0-8-6 16,1 6 15-16,-1-6 31 0,0 0-51 0,0 10 4 15,0-10 4-15,5 4-2 0,-5-4-14 0,0 0 52 16,0 0-30-16,0 0 7 0,3 5-1 0,-3-5 6 16,0 0-6-16,0 0 1 0,11-2 1 0,-11 2-2 15,11-3-21-15,-5-1 15 0,1 0 2 0,0 1-8 16,1-1-14-16,-1-1 146 0,1 1-176 0,-2 0 3 16,1 0 9-16,-7 4 9 0,10-5-13 0,-10 5 1 0,7-3 14 15,-7 3-7-15,0 0 14 0,0 0-11 0,7-4-2 16,-7 4 5-16,0 0-4 0,0 0 16 0,0 0 5 15,0 0-5-15,7 5 5 0,-7-5-2 0,0 0 3 16,0 0-1-16,0 0 3 0,1 6-7 0,-1-6 25 16,0 0-9-16,0 0 3 0,6 4 5 0,-6-4-153 15,0 0 188-15,0 0-5 0,0 0 1 0,10 2-5 16,-10-2-12-16,0 0 1 0,11-3-10 0,-11 3-1 16,8-3-6-16,-8 3-2 0,11-4 0 0,-11 4-4 15,9-3 28-15,-9 3-48 0,9-2-20 0,-9 2 18 16,8-3-6-16,-8 3-2 0,0 0-3 0,8-2-4 15,-8 2-11-15,0 0 8 0,0 0 9 0,0 0-8 0,0 0 0 16,0 0-4-16,11 2 32 0,-11-2-9 16,0 0 17-16,0 0-13 0,0 0 4 0,0 0-1 0,0 0 5 15,0 0 4-15,0 0 0 0,0 0 2 0,0 0 1 16,0 0-2-16,0 0 3 0,7 1-3 0,-7-1-24 16,0 0 39-16,0 0-16 0,0 0-1 0,0 0 3 15,0 0 10-15,11-1-9 0,-11 1-9 0,0 0-16 16,10-3 6-16,-10 3-27 0,7-2-6 0,-7 2-16 15,10-6-17-15,-10 6 9 0,11-2 9 0,-11 2 2 16,10-3 8-16,-10 3 7 0,8-1 8 0,-8 1 10 16,0 0 8-16,0 0 7 0,11 0-10 0,-11 0 36 0,0 0 15 15,0 0 25-15,0 0-12 0,0 0 11 0,0 0-8 16,9-3-3-16,-9 3-35 0,0 0 26 0,0 0-10 16,8-4-3-16,-8 4-1 0,0 0-8 0,8-4 16 15,-8 4 0-15,0 0-10 0,5-5 10 0,-5 5 1 16,0 0-74-16,0 0 86 0,0 0-9 0,0 0 7 15,0 0-22-15,0 0-5 0,5-4-8 0,-5 4 4 16,0 0-10-16,0 0 3 0,0 0-23 0,0 0 19 16,0 0-3-16,0 0 7 0,0 0 0 0,3 5-6 15,-3-5 8-15,0 0-6 0,2 7-3 0,-2-7 4 16,0 0 5-16,1 8 0 0,-1-8 4 0,0 7 1 0,0-7 7 16,-2 7 0-16,2-7-6 0,1 7-3 0,-1-7 7 15,0 0 1-15,1 9 142 0,-1-9-167 0,0 0 14 16,0 7-19-16,0-7-17 0,0 0-17 0,0 0-55 15,0 0-25-15,0 0-93 0,14 1-157 0,-14-1-192 16,15-6-194-16,-6 1-73 0,3-1-776 0,1 0-522 16</inkml:trace>
  <inkml:trace contextRef="#ctx0" brushRef="#br0" timeOffset="2">1050-37 0 0,'0'0'416'0,"-7"3"-113"0,7-3-19 0,0 0 11 0,0 0 7 16,-6 5-8-16,6-5-20 0,0 0-5 0,0 0 6 15,0 0 17-15,0 0 16 0,1 9-3 0,-1-9-6 16,0 0-12-16,8 3-25 0,-8-3-37 0,10 2-13 16,-10-2-31-16,14 0-24 0,-14 0-20 0,14 0-19 15,-5-4-14-15,-1 6-8 0,-8-2-16 0,17-1-5 16,-17 1-24-16,17-2 23 0,-9 0-8 0,-8 2-1 0,17-2 3 16,-17 2 3-16,15-4-72 0,-7 3 91 0,-8 1 1 15,14-5 5-15,-7 3-18 0,-7 2 15 0,13-5-27 16,-6 2 24-16,-2 0-18 0,0-1 37 0,2 0-26 15,-7 4 10-15,10-6-37 0,-5 2-5 0,-5 4 17 16,9-8-23-16,-9 8 13 0,6-8-15 0,-6 8 9 16,6-7-16-16,-6 7 1 0,3-7-1 0,-3 7-9 15,0 0-4-15,4-7-16 0,-4 7 0 0,0 0 2 16,-2-8-21-16,2 8 3 0,-4-6-19 0,4 6-36 16,-7-3 24-16,7 3-22 0,-11-5 10 0,11 5 8 15,-13-4-17-15,13 4 18 0,-13-3-13 0,13 3-5 0,-14-2 4 16,14 2 0-16,-12-2-2 0,12 2 44 0,-12-1-20 15,12 1 9-15,-10-1 1 0,10 1-5 0,-11-1 17 16,11 1 5-16,-10-1 16 0,10 1-26 0,0 0 12 16,-15-1 7-16,15 1 2 0,-10 0-8 0,10 0-8 15,-11 1 13-15,11-1 5 0,-10 2-2 0,10-2-2 16,-15 2-6-16,15-2 14 0,-15 2 37 0,15-2-53 16,-16 4 6-16,9-1-16 0,-1-1 23 0,0 2-10 15,0-2 51-15,-1 2-64 0,1 0-3 0,-1 1 8 16,0 0 16-16,1 1-4 0,-2-2 3 0,1 2 10 15,1 0-3-15,-1 0-5 0,1 2-59 0,0 0 73 0,-1-1-7 16,1 1 41-16,-2 1-44 0,2-1 33 0,-1 2-9 16,1-1-19-16,-1 0 8 0,2 0-2 0,-1 1-15 15,3-1 15-15,0 1-9 0,-2-1 2 0,3-1-11 16,-1 2 62-16,3-2-56 0,0 0-9 0,0-1 8 16,1 1-4-16,1-1 2 0,1 0 38 0,-1-7-38 15,4 14-11-15,-2-7 6 0,2-3-9 0,-1 1 21 16,1-1-15-16,-4-4 1 0,9 8 21 0,-9-8-11 0,12 7-50 15,-12-7 52-15,11 3 0 0,-11-3 2 16,16 1 4-16,-16-1-2 0,17-1-11 0,-6-1 5 16,-1-1 1-16,2 1 0 0,-1-1-17 0,0-1 8 0,2-1 5 15,-1 0-5-15,0 1 140 0,-1-2-165 0,1 1 7 16,-1-1 3-16,-1 1-5 0,-1 1 14 0,-1-1 52 16,0 1-65-16,-3 0 6 0,2 0 10 0,-7 4 0 15,11-5-7-15,-11 5 7 0,7-4-8 0,-7 4 8 16,6-3 2-16,-6 3-7 0,0 0 20 0,0 0-26 15,5-5-10-15,-5 5-12 0,0 0-7 0,0 0-9 16,0 0-9-16,0 0-7 0,0 0-30 0,0 0-3 16,0 0 24-16,0 0 17 0,0 0 8 0,0 0 13 0,0 0 4 15,3 7 7-15,-3-7 7 0,0 0 1 16,-2 7 9-16,2-7 1 0,0 0 16 0,0 8-18 0,0-8 4 16,0 0 1-16,-1 7 2 0,1-7 0 0,0 0 21 15,0 0-17-15,5 7 5 0,-5-7 12 0,0 0 0 16,5 4 16-16,-5-4 2 0,10 2-9 0,-10-2-10 15,12 0 9-15,-12 0-7 0,15-2-2 0,-15 2-4 16,15-3-3-16,-7 0-4 0,-1 0 0 0,2 0-10 16,-1-1 1-16,-1 0-2 0,0 0-1 0,0 1-3 15,-7 3-5-15,11-6 1 0,-11 6-1 0,7-3-9 16,-7 3-85-16,0 0 96 0,7-4-15 0,-7 4 2 0,0 0 8 16,0 0-2-16,0 0 7 0,0 0 10 15,3 7-3-15,-3-7 8 0,0 0-5 0,0 0 9 0,0 7 5 16,0-7 9-16,0 0 8 0,0 0 32 0,0 0-3 15,0 0 6-15,4 5 17 0,-4-5 7 0,0 0-13 16,0 0 2-16,0 0-19 0,7-5 6 0,-7 5-25 16,9 0-6-16,-9 0-7 0,10-3 3 0,-10 3-11 15,10-2-10-15,-10 2-16 0,11-2-7 0,-11 2-10 16,10-5 25-16,-10 5-44 0,10-2-10 0,-10 2 4 16,0 0-10-16,9-1 3 0,-9 1-3 0,0 0-17 15,0 0-6-15,0 0-3 0,10 1-3 0,-10-1 21 0,0 0 4 16,0 0 8-16,0 0 6 0,1 7-2 15,-1-7 6-15,0 0-1 0,0 0 3 0,0 0 2 0,-1 7 8 16,1-7 4-16,0 0 8 0,0 0 15 0,0 0 0 16,0 0-2-16,0 0-9 0,12 0-2 0,-12 0-22 15,5-4-10-15,-5 4-10 0,6-5-8 0,-6 5 9 16,9-5 9-16,-9 5 0 0,8-7 6 0,-8 7 11 16,10-7 2-16,-10 7-8 0,10-7 19 0,-10 7 16 0,7-4 6 15,-7 4 13-15,4-3 14 0,-4 3 15 16,0 0 13-16,7-3-3 0,-7 3 8 0,0 0 8 15,0 0 9-15,0 0 6 0,7-4 4 0,-7 4 6 0,0 0 1 16,0 0 3-16,0 0 7 0,0 0 10 0,8-4-7 16,-8 4-10-16,0 0 110 0,10-3-285 0,-10 3 151 15,0 0-16-15,8-1-9 0,-8 1 2 0,0 0-42 16,0 0 62-16,8-2-28 0,-8 2 0 0,0 0 18 16,6 4-5-16,-6-4 9 0,0 0-10 0,6 4 17 15,-6-4 5-15,0 0 1 0,7 6-9 0,-7-6 17 16,6 5-1-16,-6-5 32 0,8 7 2 0,-8-7-5 0,12 7-27 15,-7-2-8-15,2-3-10 0,-1 3-8 16,2-1-7-16,1-1-12 0,0 0 2 0,0 0-56 16,2 0 80-16,0 1-78 0,0-2-45 0,0 1-30 0,3-2-43 15,-3 1-25-15,3 0-54 0,0 1-41 0,-1-2-97 16,2 1-98-16,1-1-92 0,-1 1-152 0,-5-1-103 16,4-1-37-16,2 2-775 0,-3-1-516 0</inkml:trace>
  <inkml:trace contextRef="#ctx0" brushRef="#br0" timeOffset="3">1566-87 0 0,'0'0'1017'15,"0"0"-495"-15,0 0-28 0,-6-4-59 0,6 4-49 16,0 0-3-16,0 0-38 0,0 0-37 0,0 0-38 0,0 0-31 16,0 0-20-16,0 0-24 0,0 0-24 0,0 0-18 15,0 0-15-15,0 0-13 0,0 0-14 0,1 6-20 16,-1-6-7-16,0 0-10 0,0 0-19 0,0 0-2 16,0 0-6-16,0 0 5 0,0 0 2 0,-1 7-1 15,1-7 1-15,0 0-5 0,0 0-8 0,1 8-7 16,-1-8 2-16,0 0-12 0,0 8 43 0,0-8-57 15,0 0-3-15,-1 9 3 0,1-9-8 0,0 7-2 16,0-7 9-16,0 6-2 0,0-6 1 0,0 0-7 0,0 9-5 16,0-9 8-16,0 0 2 0,0 7-4 15,0-7 6-15,0 0 1 0,0 0 2 0,0 0-8 0,0 0-62 16,0 0 77-16,0 0 17 0,0 0-4 0,0 0 1 16,0 0 2-16,0 0-6 0,0 0 6 0,0 0 10 15,0 0 0-15,0 0-17 0,0 0 0 0,0 0-3 16,0 0-8-16,0 0-6 0,0 0 39 0,1-7-38 15,-1 7-5-15,0 0-14 0,4-7 6 0,-4 7-6 16,3-7 4-16,-3 7 5 0,4-6-12 0,-4 6 11 16,6-5-11-16,-6 5 29 0,7-5-10 0,-7 5-4 15,7-6-8-15,-7 6 4 0,6-3-8 0,-6 3-1 0,10-5-12 16,-10 5 8-16,9-3 0 0,-9 3 3 0,9-3 0 16,-9 3-6-16,8-2 19 0,-8 2 83 15,0 0-120-15,8-2 1 0,-8 2 17 0,0 0-10 0,0 0 11 16,0 0 5-16,6-4 30 0,-6 4-33 0,0 0-7 15,0 0 12-15,0 0-6 0,0 0-6 0,0 0 1 16,0 0-15-16,0 0-3 0,0 0 3 0,0 0-32 16,0 0-17-16,0 0-11 0,0 0-10 0,0 0 14 0,0 0 21 15,0 0 13-15,-8 4 12 0,8-4 12 16,-8 3 1-16,8-3 8 0,-10 4 7 0,10-4 0 16,-14 3 9-16,14-3-2 0,-16 3 3 0,9-1-1 0,-2-1 3 15,-2 1-2-15,3 1-8 0,-3-1-1 0,11-2 1 16,-14 3-5-16,4-2 5 0,10-1-18 0,-13 5 6 15,13-5 0-15,-11 3-2 0,11-3 7 0,-7 3-5 16,7-3 6-16,0 0 2 0,0 0 3 0,-8 2 4 16,8-2 7-16,0 0 0 0,0 0 6 0,0 0 4 15,0 0 3-15,0 0 8 0,0 0-1 0,0 0-14 16,0 0 19-16,0 0-4 0,0 0 0 0,10 1-5 16,-10-1 3-16,0 0-7 0,15-1 7 0,-15 1-3 15,13-1-3-15,-13 1-2 0,16-1 0 0,-16 1-1 16,18-4-5-16,-9 3-3 0,0 0-17 0,1 0 6 0,-1-1-5 15,1 0-12-15,-2 2-13 0,-8 0-12 0,17-2-8 16,-9 1-13-16,-8 1-5 0,14-3-12 0,-14 3-3 16,11-1-56-16,-11 1 64 0,9-2-10 0,-9 2-6 15,0 0-18-15,12-2-21 0,-12 2-43 0,0 0-64 16,9-3-68-16,-9 3-61 0,0 0-29 0,7-4 24 16,-7 4-140-16,4-5-315 0,-4 5-85 0</inkml:trace>
  <inkml:trace contextRef="#ctx0" brushRef="#br0" timeOffset="4">923 24 0 0,'0'0'686'0,"0"0"-405"0,0 0-21 0,0 0 1 16,0 0-13-16,0 0-23 0,0 0-20 15,0 0-24-15,0 0-48 0,-8 2-20 0,8-2-29 16,0 0-14-16,0 0-9 0,0 0-11 0,-3 6-4 0,3-6-10 15,0 0 17-15,0 0-4 0,0 0 10 0,0 0-2 16,0 0 14-16,0 0 22 0,0 0 12 0,0 0 14 16,0 0 13-16,0 0 7 0,0 0 4 0,0 0 3 15,0 0-8-15,0 0 1 0,0 0-4 0,0 0-5 16,0 0-14-16,0 0-17 0,0 0-11 0,5 3-8 16,-5-3-19-16,0 0-6 0,0 0-12 0,13 0 9 15,-13 0-19-15,0 0-13 0,12 0 0 0,-12 0-3 16,11 0-2-16,-11 0 4 0,9-1-9 0,-9 1-5 0,10-2 4 15,-10 2-2-15,0 0 11 0,11-2-10 16,-11 2 3-16,0 0 11 0,9-4 11 0,-9 4 9 0,0 0 7 16,0 0 5-16,6-3-2 0,-6 3-2 0,0 0-12 15,0 0-3-15,0 0-5 0,0 0-9 0,0 0-3 16,0 0-6-16,1-8-4 0,-1 8 4 0,0 0 7 16,0 0-20-16,-2-6-2 0,2 6 4 0,0 0-1 15,0 0 3-15,-1-8-6 0,1 8 0 0,0 0 0 16,0 0 1-16,0 0-2 0,0 0-6 0,0 0 5 15,0 0-1-15,0 0 1 0,0 0 2 0,0 0-4 16,0 0 32-16,0 0 18 0,0 0-9 0,0 0 1 0,0 0 10 16,0 0 10-16,0 0 0 0,0 0 10 15,0 0 7-15,0 0-13 0,0 0-3 0,0 0-4 0,0 0 6 16,0 0-9-16,0 0 4 0,0 0 91 0,0 0-137 16,0 0 14-16,0 0 11 0,0 0-3 0,0 9-3 15,0-9-6-15,0 9-2 0,0-9 2 0,0 9-24 16,0-9-39-16,0 8-66 0,0-8-142 0,-2 8-39 15,2-8-128-15,-1 9-147 0,1-9-142 0,-2 6-51 16,2-6-812-16,-2 9-503 0</inkml:trace>
  <inkml:trace contextRef="#ctx0" brushRef="#br0" timeOffset="5">1650-173 0 0,'0'0'754'0,"0"0"-455"0,0 0-70 0,0 0 61 0,0 0-28 15,0 0-43-15,0 0-41 0,0 0-29 0,0 0-51 16,0 0 47-16,0 0-78 0,0 0-13 0,0 0 9 15,0 0 24-15,0 0 19 0,0 0 9 0,0 0-2 16,0 0 1-16,0 0-3 0,0 0-6 0,-3 5-8 16,3-5-15-16,0 0-17 0,0 0 23 0,0 0-9 15,1 8 2-15,-1-8 8 0,0 0 5 0,0 0-8 16,0 0 4-16,4 5 16 0,-4-5-23 0,0 0-2 0,0 0-26 16,0 0 7-16,7 3-17 0,-7-3-10 15,0 0-4-15,10 0-10 0,-10 0-17 0,8-5-12 0,-8 5-20 16,0 0-5-16,0 0-7 0,12-2-6 0,-12 2 4 15,0 0-15-15,0 0-14 0,6-4 2 0,-6 4-20 16,0 0 20-16,0 0-41 0,0 0 21 0,0 0-22 16,0 0 2-16,0 0 19 0,0 0 1 0,0 0 16 15,3-5 16-15,-3 5 7 0,0 0 11 0,0 0 12 16,0 0-1-16,0 0 15 0,0 0 6 0,0 0 7 16,0 0 14-16,0 0-14 0,0 0-6 0,0 0-97 15,0 0 151-15,0 0 7 0,0 0 17 0,-4 4-4 0,4-4 38 16,0 0-33-16,-4 7-4 0,4-7 13 15,0 0-19-15,-4 8 4 0,4-8-14 0,0 0-24 0,-2 8 6 16,2-8 5-16,0 0-7 0,-1 7-3 0,1-7-41 16,0 0-55-16,0 0-49 0,0 0-104 0,0 9-101 15,0-9-111-15,0 0-46 0,0 0-631 0,0 0-298 16</inkml:trace>
  <inkml:trace contextRef="#ctx0" brushRef="#br0" timeOffset="6">1718-289 0 0,'0'0'1884'15,"0"0"-962"-15,0 0-21 0,0 0-93 0,0 0-93 16,0 0-64-16,0 0-69 0,0 0-46 0,0 0-20 16,0 0-98-16,0 0-90 0,0 0-68 0,0 0-58 0,0 0-60 15,3-7-72-15,-3 7-96 0,0 0-81 0,6-5-83 16,-6 5-81-16,0 0-48 0,4-5-129 0,-4 5-205 16,0 0-128-16,0 0-191 0,0 0-150 0,0 0-550 15,0 0-539-15</inkml:trace>
  <inkml:trace contextRef="#ctx0" brushRef="#br0" timeOffset="7">743-38 0 0,'0'0'687'0,"0"0"-270"0,0 0 23 0,0 0-6 0,0 0-23 16,0 0-21-16,0 0 5 0,0 0-24 0,0 0 5 15,0 0-11-15,0 0-13 0,0 0-9 0,0 0-31 16,0 0-19-16,0 0-14 0,0 0-22 0,0 0-22 16,0 0-31-16,0 0-10 0,0 0-24 0,0 0 13 15,0 0-8-15,0 0-53 0,0 0-9 0,0 0-28 0,0 0-22 16,0 0-7-16,0 0-21 0,-3 7 13 0,3-7-16 15,0 0 7-15,1 9-2 0,-1-9-3 0,1 8-16 16,-1-8 6-16,2 11 9 0,-2-11-60 0,2 10-49 16,-2-10-48-16,3 9-70 0,-3-9-51 0,1 10-145 15,-1-10-76-15,1 9-161 0,-1-9-190 0,-2 7-59 16,2-7-852-16,-2 6-561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6383" units="dev"/>
          <inkml:channel name="T" type="integer" max="2.14748E9" units="dev"/>
        </inkml:traceFormat>
        <inkml:channelProperties>
          <inkml:channelProperty channel="X" name="resolution" value="1841.87744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4T10:24:25.469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 contextRef="#ctx0" brushRef="#br0">25-170 0 0,'0'0'723'16,"0"0"-303"-16,4-6 27 0,-4 6-27 0,5-7-21 16,-5 7-11-16,3-7 23 0,-3 7 6 0,4-6-28 15,-4 6-19-15,0 0-29 0,2-8-34 0,-2 8-31 16,0 0-30-16,0 0-14 0,3-5-157 0,-3 5 139 0,0 0-34 16,0 0-22-16,0 0-19 0,0 0-38 0,0 0 7 15,0 0-19-15,0 0-25 0,0 0-22 0,0 0 3 16,0 0-31-16,0 0 7 0,0 0-13 0,0 0-16 15,1 8 16-15,-1-8-1 0,-1 13 40 0,1-4-42 16,-2 0-4-16,1 2 2 0,-3 1 3 0,1 0-7 16,0 3 23-16,-1-2 4 0,0 2-26 0,1-1 12 15,0 3 54-15,-1-2-43 0,2 0 11 0,-2-1-17 16,3 1 5-16,-2-2-37 0,2 0 33 0,-1 0-16 16,1 0 17-16,1-3-8 0,-1 1-11 0,1-3 7 15,0 1-3-15,0-2 6 0,1 0-4 0,-1-7-3 16,2 12 17-16,-2-12-12 0,3 7 10 0,-3-7 7 0,5 6 90 15,-5-6-72-15,7 4 13 0,-7-4 10 0,9 1 6 16,-9-1-25-16,13-3 45 0,-7 0-50 0,2-2-15 16,1 0-11-16,-1 0-2 0,1-3-20 0,-2-1-31 15,3 0-52-15,1-3-25 0,0-1-49 0,0 0-59 16,1-1-86-16,1-1-99 0,1 0-87 0,0 0-125 16,0 2-123-16,-1-2-12 0,-1 2-22 0,2 1-590 15,-2 1-434-15</inkml:trace>
  <inkml:trace contextRef="#ctx0" brushRef="#br0" timeOffset="1">315 39 0 0,'0'0'711'0,"0"0"-276"0,0 0 42 0,0 0-34 0,0 0-98 15,0 0 25-15,0 0-14 0,0 0-25 0,0 0-50 16,0 0-34-16,0 0-42 0,0 0-26 0,0 0-31 16,0 0-27-16,0 0-27 0,0 0-21 0,0 0-3 15,-2 6 21-15,2-6 34 0,0 0 13 0,-4 9-3 16,4-9 6-16,-4 9-1 0,4-9 0 0,-7 10-1 15,3-3-9-15,0-1-18 0,0 2-13 0,1 0-12 16,-1-2-7-16,1 2-19 0,0-1 1 0,-1-1-17 0,1 1-7 16,1-1-10-16,2-6-4 0,-4 10-6 0,4-10-5 15,-3 9 2-15,3-9-5 0,-1 7 6 16,1-7-1-16,0 0 1 0,0 0 8 0,-2 6-1 0,2-6 33 16,0 0 10-16,0 0 7 0,0 0-1 0,0 0-18 15,0 0 1-15,10-3 35 0,-10 3-71 0,9-7 2 16,-4 2-5-16,4 2-2 0,-4-1-9 0,1-1 69 15,-2 0-82-15,2-1 0 0,-1 2-3 0,1-1 4 16,-6 5 8-16,8-7 2 0,-8 7-7 0,7-5-1 16,-7 5 4-16,4-4 1 0,-4 4-8 0,0 0-17 15,0 0 18-15,6-4-4 0,-6 4-148 0,0 0 162 0,0 0 1 16,0 0-2-16,0 0-2 0,0 0 8 0,4 7-7 16,-4-7-1-16,0 0 1 0,-1 7-2 15,1-7-6-15,-2 7 12 0,2-7-2 0,0 8-1 0,0-8-6 16,1 6 15-16,-1-6 31 0,0 0-51 0,0 10 4 15,0-10 4-15,5 4-2 0,-5-4-14 0,0 0 52 16,0 0-30-16,0 0 7 0,3 5-1 0,-3-5 6 16,0 0-6-16,0 0 1 0,11-2 1 0,-11 2-2 15,11-3-21-15,-5-1 15 0,1 0 2 0,0 1-8 16,1-1-14-16,-1-1 146 0,1 1-176 0,-2 0 3 16,1 0 9-16,-7 4 9 0,10-5-13 0,-10 5 1 0,7-3 14 15,-7 3-7-15,0 0 14 0,0 0-11 0,7-4-2 16,-7 4 5-16,0 0-4 0,0 0 16 0,0 0 5 15,0 0-5-15,7 5 5 0,-7-5-2 0,0 0 3 16,0 0-1-16,0 0 3 0,1 6-7 0,-1-6 25 16,0 0-9-16,0 0 3 0,6 4 5 0,-6-4-153 15,0 0 188-15,0 0-5 0,0 0 1 0,10 2-5 16,-10-2-12-16,0 0 1 0,11-3-10 0,-11 3-1 16,8-3-6-16,-8 3-2 0,11-4 0 0,-11 4-4 15,9-3 28-15,-9 3-48 0,9-2-20 0,-9 2 18 16,8-3-6-16,-8 3-2 0,0 0-3 0,8-2-4 15,-8 2-11-15,0 0 8 0,0 0 9 0,0 0-8 0,0 0 0 16,0 0-4-16,11 2 32 0,-11-2-9 16,0 0 17-16,0 0-13 0,0 0 4 0,0 0-1 0,0 0 5 15,0 0 4-15,0 0 0 0,0 0 2 0,0 0 1 16,0 0-2-16,0 0 3 0,7 1-3 0,-7-1-24 16,0 0 39-16,0 0-16 0,0 0-1 0,0 0 3 15,0 0 10-15,11-1-9 0,-11 1-9 0,0 0-16 16,10-3 6-16,-10 3-27 0,7-2-6 0,-7 2-16 15,10-6-17-15,-10 6 9 0,11-2 9 0,-11 2 2 16,10-3 8-16,-10 3 7 0,8-1 8 0,-8 1 10 16,0 0 8-16,0 0 7 0,11 0-10 0,-11 0 36 0,0 0 15 15,0 0 25-15,0 0-12 0,0 0 11 0,0 0-8 16,9-3-3-16,-9 3-35 0,0 0 26 0,0 0-10 16,8-4-3-16,-8 4-1 0,0 0-8 0,8-4 16 15,-8 4 0-15,0 0-10 0,5-5 10 0,-5 5 1 16,0 0-74-16,0 0 86 0,0 0-9 0,0 0 7 15,0 0-22-15,0 0-5 0,5-4-8 0,-5 4 4 16,0 0-10-16,0 0 3 0,0 0-23 0,0 0 19 16,0 0-3-16,0 0 7 0,0 0 0 0,3 5-6 15,-3-5 8-15,0 0-6 0,2 7-3 0,-2-7 4 16,0 0 5-16,1 8 0 0,-1-8 4 0,0 7 1 0,0-7 7 16,-2 7 0-16,2-7-6 0,1 7-3 0,-1-7 7 15,0 0 1-15,1 9 142 0,-1-9-167 0,0 0 14 16,0 7-19-16,0-7-17 0,0 0-17 0,0 0-55 15,0 0-25-15,0 0-93 0,14 1-157 0,-14-1-192 16,15-6-194-16,-6 1-73 0,3-1-776 0,1 0-522 16</inkml:trace>
  <inkml:trace contextRef="#ctx0" brushRef="#br0" timeOffset="2">1050-37 0 0,'0'0'416'0,"-7"3"-113"0,7-3-19 0,0 0 11 0,0 0 7 16,-6 5-8-16,6-5-20 0,0 0-5 0,0 0 6 15,0 0 17-15,0 0 16 0,1 9-3 0,-1-9-6 16,0 0-12-16,8 3-25 0,-8-3-37 0,10 2-13 16,-10-2-31-16,14 0-24 0,-14 0-20 0,14 0-19 15,-5-4-14-15,-1 6-8 0,-8-2-16 0,17-1-5 16,-17 1-24-16,17-2 23 0,-9 0-8 0,-8 2-1 0,17-2 3 16,-17 2 3-16,15-4-72 0,-7 3 91 0,-8 1 1 15,14-5 5-15,-7 3-18 0,-7 2 15 0,13-5-27 16,-6 2 24-16,-2 0-18 0,0-1 37 0,2 0-26 15,-7 4 10-15,10-6-37 0,-5 2-5 0,-5 4 17 16,9-8-23-16,-9 8 13 0,6-8-15 0,-6 8 9 16,6-7-16-16,-6 7 1 0,3-7-1 0,-3 7-9 15,0 0-4-15,4-7-16 0,-4 7 0 0,0 0 2 16,-2-8-21-16,2 8 3 0,-4-6-19 0,4 6-36 16,-7-3 24-16,7 3-22 0,-11-5 10 0,11 5 8 15,-13-4-17-15,13 4 18 0,-13-3-13 0,13 3-5 0,-14-2 4 16,14 2 0-16,-12-2-2 0,12 2 44 0,-12-1-20 15,12 1 9-15,-10-1 1 0,10 1-5 0,-11-1 17 16,11 1 5-16,-10-1 16 0,10 1-26 0,0 0 12 16,-15-1 7-16,15 1 2 0,-10 0-8 0,10 0-8 15,-11 1 13-15,11-1 5 0,-10 2-2 0,10-2-2 16,-15 2-6-16,15-2 14 0,-15 2 37 0,15-2-53 16,-16 4 6-16,9-1-16 0,-1-1 23 0,0 2-10 15,0-2 51-15,-1 2-64 0,1 0-3 0,-1 1 8 16,0 0 16-16,1 1-4 0,-2-2 3 0,1 2 10 15,1 0-3-15,-1 0-5 0,1 2-59 0,0 0 73 0,-1-1-7 16,1 1 41-16,-2 1-44 0,2-1 33 0,-1 2-9 16,1-1-19-16,-1 0 8 0,2 0-2 0,-1 1-15 15,3-1 15-15,0 1-9 0,-2-1 2 0,3-1-11 16,-1 2 62-16,3-2-56 0,0 0-9 0,0-1 8 16,1 1-4-16,1-1 2 0,1 0 38 0,-1-7-38 15,4 14-11-15,-2-7 6 0,2-3-9 0,-1 1 21 16,1-1-15-16,-4-4 1 0,9 8 21 0,-9-8-11 0,12 7-50 15,-12-7 52-15,11 3 0 0,-11-3 2 16,16 1 4-16,-16-1-2 0,17-1-11 0,-6-1 5 16,-1-1 1-16,2 1 0 0,-1-1-17 0,0-1 8 0,2-1 5 15,-1 0-5-15,0 1 140 0,-1-2-165 0,1 1 7 16,-1-1 3-16,-1 1-5 0,-1 1 14 0,-1-1 52 16,0 1-65-16,-3 0 6 0,2 0 10 0,-7 4 0 15,11-5-7-15,-11 5 7 0,7-4-8 0,-7 4 8 16,6-3 2-16,-6 3-7 0,0 0 20 0,0 0-26 15,5-5-10-15,-5 5-12 0,0 0-7 0,0 0-9 16,0 0-9-16,0 0-7 0,0 0-30 0,0 0-3 16,0 0 24-16,0 0 17 0,0 0 8 0,0 0 13 0,0 0 4 15,3 7 7-15,-3-7 7 0,0 0 1 16,-2 7 9-16,2-7 1 0,0 0 16 0,0 8-18 0,0-8 4 16,0 0 1-16,-1 7 2 0,1-7 0 0,0 0 21 15,0 0-17-15,5 7 5 0,-5-7 12 0,0 0 0 16,5 4 16-16,-5-4 2 0,10 2-9 0,-10-2-10 15,12 0 9-15,-12 0-7 0,15-2-2 0,-15 2-4 16,15-3-3-16,-7 0-4 0,-1 0 0 0,2 0-10 16,-1-1 1-16,-1 0-2 0,0 0-1 0,0 1-3 15,-7 3-5-15,11-6 1 0,-11 6-1 0,7-3-9 16,-7 3-85-16,0 0 96 0,7-4-15 0,-7 4 2 0,0 0 8 16,0 0-2-16,0 0 7 0,0 0 10 15,3 7-3-15,-3-7 8 0,0 0-5 0,0 0 9 0,0 7 5 16,0-7 9-16,0 0 8 0,0 0 32 0,0 0-3 15,0 0 6-15,4 5 17 0,-4-5 7 0,0 0-13 16,0 0 2-16,0 0-19 0,7-5 6 0,-7 5-25 16,9 0-6-16,-9 0-7 0,10-3 3 0,-10 3-11 15,10-2-10-15,-10 2-16 0,11-2-7 0,-11 2-10 16,10-5 25-16,-10 5-44 0,10-2-10 0,-10 2 4 16,0 0-10-16,9-1 3 0,-9 1-3 0,0 0-17 15,0 0-6-15,0 0-3 0,10 1-3 0,-10-1 21 0,0 0 4 16,0 0 8-16,0 0 6 0,1 7-2 15,-1-7 6-15,0 0-1 0,0 0 3 0,0 0 2 0,-1 7 8 16,1-7 4-16,0 0 8 0,0 0 15 0,0 0 0 16,0 0-2-16,0 0-9 0,12 0-2 0,-12 0-22 15,5-4-10-15,-5 4-10 0,6-5-8 0,-6 5 9 16,9-5 9-16,-9 5 0 0,8-7 6 0,-8 7 11 16,10-7 2-16,-10 7-8 0,10-7 19 0,-10 7 16 0,7-4 6 15,-7 4 13-15,4-3 14 0,-4 3 15 16,0 0 13-16,7-3-3 0,-7 3 8 0,0 0 8 15,0 0 9-15,0 0 6 0,7-4 4 0,-7 4 6 0,0 0 1 16,0 0 3-16,0 0 7 0,0 0 10 0,8-4-7 16,-8 4-10-16,0 0 110 0,10-3-285 0,-10 3 151 15,0 0-16-15,8-1-9 0,-8 1 2 0,0 0-42 16,0 0 62-16,8-2-28 0,-8 2 0 0,0 0 18 16,6 4-5-16,-6-4 9 0,0 0-10 0,6 4 17 15,-6-4 5-15,0 0 1 0,7 6-9 0,-7-6 17 16,6 5-1-16,-6-5 32 0,8 7 2 0,-8-7-5 0,12 7-27 15,-7-2-8-15,2-3-10 0,-1 3-8 16,2-1-7-16,1-1-12 0,0 0 2 0,0 0-56 16,2 0 80-16,0 1-78 0,0-2-45 0,0 1-30 0,3-2-43 15,-3 1-25-15,3 0-54 0,0 1-41 0,-1-2-97 16,2 1-98-16,1-1-92 0,-1 1-152 0,-5-1-103 16,4-1-37-16,2 2-775 0,-3-1-516 0</inkml:trace>
  <inkml:trace contextRef="#ctx0" brushRef="#br0" timeOffset="3">1566-87 0 0,'0'0'1017'15,"0"0"-495"-15,0 0-28 0,-6-4-59 0,6 4-49 16,0 0-3-16,0 0-38 0,0 0-37 0,0 0-38 0,0 0-31 16,0 0-20-16,0 0-24 0,0 0-24 0,0 0-18 15,0 0-15-15,0 0-13 0,0 0-14 0,1 6-20 16,-1-6-7-16,0 0-10 0,0 0-19 0,0 0-2 16,0 0-6-16,0 0 5 0,0 0 2 0,-1 7-1 15,1-7 1-15,0 0-5 0,0 0-8 0,1 8-7 16,-1-8 2-16,0 0-12 0,0 8 43 0,0-8-57 15,0 0-3-15,-1 9 3 0,1-9-8 0,0 7-2 16,0-7 9-16,0 6-2 0,0-6 1 0,0 0-7 0,0 9-5 16,0-9 8-16,0 0 2 0,0 7-4 15,0-7 6-15,0 0 1 0,0 0 2 0,0 0-8 0,0 0-62 16,0 0 77-16,0 0 17 0,0 0-4 0,0 0 1 16,0 0 2-16,0 0-6 0,0 0 6 0,0 0 10 15,0 0 0-15,0 0-17 0,0 0 0 0,0 0-3 16,0 0-8-16,0 0-6 0,0 0 39 0,1-7-38 15,-1 7-5-15,0 0-14 0,4-7 6 0,-4 7-6 16,3-7 4-16,-3 7 5 0,4-6-12 0,-4 6 11 16,6-5-11-16,-6 5 29 0,7-5-10 0,-7 5-4 15,7-6-8-15,-7 6 4 0,6-3-8 0,-6 3-1 0,10-5-12 16,-10 5 8-16,9-3 0 0,-9 3 3 0,9-3 0 16,-9 3-6-16,8-2 19 0,-8 2 83 15,0 0-120-15,8-2 1 0,-8 2 17 0,0 0-10 0,0 0 11 16,0 0 5-16,6-4 30 0,-6 4-33 0,0 0-7 15,0 0 12-15,0 0-6 0,0 0-6 0,0 0 1 16,0 0-15-16,0 0-3 0,0 0 3 0,0 0-32 16,0 0-17-16,0 0-11 0,0 0-10 0,0 0 14 0,0 0 21 15,0 0 13-15,-8 4 12 0,8-4 12 16,-8 3 1-16,8-3 8 0,-10 4 7 0,10-4 0 16,-14 3 9-16,14-3-2 0,-16 3 3 0,9-1-1 0,-2-1 3 15,-2 1-2-15,3 1-8 0,-3-1-1 0,11-2 1 16,-14 3-5-16,4-2 5 0,10-1-18 0,-13 5 6 15,13-5 0-15,-11 3-2 0,11-3 7 0,-7 3-5 16,7-3 6-16,0 0 2 0,0 0 3 0,-8 2 4 16,8-2 7-16,0 0 0 0,0 0 6 0,0 0 4 15,0 0 3-15,0 0 8 0,0 0-1 0,0 0-14 16,0 0 19-16,0 0-4 0,0 0 0 0,10 1-5 16,-10-1 3-16,0 0-7 0,15-1 7 0,-15 1-3 15,13-1-3-15,-13 1-2 0,16-1 0 0,-16 1-1 16,18-4-5-16,-9 3-3 0,0 0-17 0,1 0 6 0,-1-1-5 15,1 0-12-15,-2 2-13 0,-8 0-12 0,17-2-8 16,-9 1-13-16,-8 1-5 0,14-3-12 0,-14 3-3 16,11-1-56-16,-11 1 64 0,9-2-10 0,-9 2-6 15,0 0-18-15,12-2-21 0,-12 2-43 0,0 0-64 16,9-3-68-16,-9 3-61 0,0 0-29 0,7-4 24 16,-7 4-140-16,4-5-315 0,-4 5-85 0</inkml:trace>
  <inkml:trace contextRef="#ctx0" brushRef="#br0" timeOffset="4">923 24 0 0,'0'0'686'0,"0"0"-405"0,0 0-21 0,0 0 1 16,0 0-13-16,0 0-23 0,0 0-20 15,0 0-24-15,0 0-48 0,-8 2-20 0,8-2-29 16,0 0-14-16,0 0-9 0,0 0-11 0,-3 6-4 0,3-6-10 15,0 0 17-15,0 0-4 0,0 0 10 0,0 0-2 16,0 0 14-16,0 0 22 0,0 0 12 0,0 0 14 16,0 0 13-16,0 0 7 0,0 0 4 0,0 0 3 15,0 0-8-15,0 0 1 0,0 0-4 0,0 0-5 16,0 0-14-16,0 0-17 0,0 0-11 0,5 3-8 16,-5-3-19-16,0 0-6 0,0 0-12 0,13 0 9 15,-13 0-19-15,0 0-13 0,12 0 0 0,-12 0-3 16,11 0-2-16,-11 0 4 0,9-1-9 0,-9 1-5 0,10-2 4 15,-10 2-2-15,0 0 11 0,11-2-10 16,-11 2 3-16,0 0 11 0,9-4 11 0,-9 4 9 0,0 0 7 16,0 0 5-16,6-3-2 0,-6 3-2 0,0 0-12 15,0 0-3-15,0 0-5 0,0 0-9 0,0 0-3 16,0 0-6-16,1-8-4 0,-1 8 4 0,0 0 7 16,0 0-20-16,-2-6-2 0,2 6 4 0,0 0-1 15,0 0 3-15,-1-8-6 0,1 8 0 0,0 0 0 16,0 0 1-16,0 0-2 0,0 0-6 0,0 0 5 15,0 0-1-15,0 0 1 0,0 0 2 0,0 0-4 16,0 0 32-16,0 0 18 0,0 0-9 0,0 0 1 0,0 0 10 16,0 0 10-16,0 0 0 0,0 0 10 15,0 0 7-15,0 0-13 0,0 0-3 0,0 0-4 0,0 0 6 16,0 0-9-16,0 0 4 0,0 0 91 0,0 0-137 16,0 0 14-16,0 0 11 0,0 0-3 0,0 9-3 15,0-9-6-15,0 9-2 0,0-9 2 0,0 9-24 16,0-9-39-16,0 8-66 0,0-8-142 0,-2 8-39 15,2-8-128-15,-1 9-147 0,1-9-142 0,-2 6-51 16,2-6-812-16,-2 9-503 0</inkml:trace>
  <inkml:trace contextRef="#ctx0" brushRef="#br0" timeOffset="5">1650-173 0 0,'0'0'754'0,"0"0"-455"0,0 0-70 0,0 0 61 0,0 0-28 15,0 0-43-15,0 0-41 0,0 0-29 0,0 0-51 16,0 0 47-16,0 0-78 0,0 0-13 0,0 0 9 15,0 0 24-15,0 0 19 0,0 0 9 0,0 0-2 16,0 0 1-16,0 0-3 0,0 0-6 0,-3 5-8 16,3-5-15-16,0 0-17 0,0 0 23 0,0 0-9 15,1 8 2-15,-1-8 8 0,0 0 5 0,0 0-8 16,0 0 4-16,4 5 16 0,-4-5-23 0,0 0-2 0,0 0-26 16,0 0 7-16,7 3-17 0,-7-3-10 15,0 0-4-15,10 0-10 0,-10 0-17 0,8-5-12 0,-8 5-20 16,0 0-5-16,0 0-7 0,12-2-6 0,-12 2 4 15,0 0-15-15,0 0-14 0,6-4 2 0,-6 4-20 16,0 0 20-16,0 0-41 0,0 0 21 0,0 0-22 16,0 0 2-16,0 0 19 0,0 0 1 0,0 0 16 15,3-5 16-15,-3 5 7 0,0 0 11 0,0 0 12 16,0 0-1-16,0 0 15 0,0 0 6 0,0 0 7 16,0 0 14-16,0 0-14 0,0 0-6 0,0 0-97 15,0 0 151-15,0 0 7 0,0 0 17 0,-4 4-4 0,4-4 38 16,0 0-33-16,-4 7-4 0,4-7 13 15,0 0-19-15,-4 8 4 0,4-8-14 0,0 0-24 0,-2 8 6 16,2-8 5-16,0 0-7 0,-1 7-3 0,1-7-41 16,0 0-55-16,0 0-49 0,0 0-104 0,0 9-101 15,0-9-111-15,0 0-46 0,0 0-631 0,0 0-298 16</inkml:trace>
  <inkml:trace contextRef="#ctx0" brushRef="#br0" timeOffset="6">1718-289 0 0,'0'0'1884'15,"0"0"-962"-15,0 0-21 0,0 0-93 0,0 0-93 16,0 0-64-16,0 0-69 0,0 0-46 0,0 0-20 16,0 0-98-16,0 0-90 0,0 0-68 0,0 0-58 0,0 0-60 15,3-7-72-15,-3 7-96 0,0 0-81 0,6-5-83 16,-6 5-81-16,0 0-48 0,4-5-129 0,-4 5-205 16,0 0-128-16,0 0-191 0,0 0-150 0,0 0-550 15,0 0-539-15</inkml:trace>
  <inkml:trace contextRef="#ctx0" brushRef="#br0" timeOffset="7">743-38 0 0,'0'0'687'0,"0"0"-270"0,0 0 23 0,0 0-6 0,0 0-23 16,0 0-21-16,0 0 5 0,0 0-24 0,0 0 5 15,0 0-11-15,0 0-13 0,0 0-9 0,0 0-31 16,0 0-19-16,0 0-14 0,0 0-22 0,0 0-22 16,0 0-31-16,0 0-10 0,0 0-24 0,0 0 13 15,0 0-8-15,0 0-53 0,0 0-9 0,0 0-28 0,0 0-22 16,0 0-7-16,0 0-21 0,-3 7 13 0,3-7-16 15,0 0 7-15,1 9-2 0,-1-9-3 0,1 8-16 16,-1-8 6-16,2 11 9 0,-2-11-60 0,2 10-49 16,-2-10-48-16,3 9-70 0,-3-9-51 0,1 10-145 15,-1-10-76-15,1 9-161 0,-1-9-190 0,-2 7-59 16,2-7-852-16,-2 6-561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38CE82-C0C0-4582-B868-AB784C522CEE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0F775A-2AFD-4368-9209-BFCC8DED6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01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0F775A-2AFD-4368-9209-BFCC8DED621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450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0F775A-2AFD-4368-9209-BFCC8DED621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720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8D57B-2182-190C-5691-772283373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AAFA1-CCA2-0793-9A93-78E75874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97BB8-665A-E13D-34E7-51917A798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E0CE1-F46A-4574-B840-C72C2222EB5E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C811D-A701-0F1C-33C9-2C8EA26B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85762-831F-BF79-75A5-BE235BF2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39B66-5ABC-443D-AD75-9B91C98D1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2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1147D-F198-134B-550A-6DBC85DAC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2E6A3-8E6C-01B1-FD91-0B53E6528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607BD-BD05-872D-980F-C0477AEBD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E0CE1-F46A-4574-B840-C72C2222EB5E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BBD02-DB06-F1BE-2D5C-E24B0E39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53377-9254-236E-C116-A9B9DB9E4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39B66-5ABC-443D-AD75-9B91C98D1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278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31BE3-E1DC-E87C-225A-BE2EDEAB4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5EB3C-42EB-702E-77F2-2E39DFC6A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578BF-C860-B261-56D2-BBBFA3A9B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E0CE1-F46A-4574-B840-C72C2222EB5E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B0424-5DDF-BE1B-09FB-841A6C595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52595-D7E6-ED91-AADB-14E3B5080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39B66-5ABC-443D-AD75-9B91C98D1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16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A14D-F349-1025-AAB8-7500F240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735B-9174-963F-AFFC-1E1B45D17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5BF5-201B-1153-5AD4-5D9BE8061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38C9B-77A6-C571-6D0C-745FB287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E0CE1-F46A-4574-B840-C72C2222EB5E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B3F97-0201-8159-5C3E-55CD62C8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E6E68-D2FA-905D-2045-49FF2820C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39B66-5ABC-443D-AD75-9B91C98D1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911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58768-1DD8-F8AA-6E59-9545EC15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58ECD-F135-98CC-5B1A-EEBC4E67F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20B27-8EA0-EB17-59D6-A86CDB16E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4CA733-FEE3-B9F2-7BF6-287940F718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E94B7E-9A61-AEBA-D580-70524A0FE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F40A7A-3EF8-9860-60DA-BF00EB53E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E0CE1-F46A-4574-B840-C72C2222EB5E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8922ED-0C8D-5761-264D-CE60C68D9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B9C501-D880-C184-BAFE-80EFBE01B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39B66-5ABC-443D-AD75-9B91C98D1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811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2CE2-E1DC-F166-2F7F-305E0CDE8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0B783-61C2-9E87-2C01-36D97905B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E0CE1-F46A-4574-B840-C72C2222EB5E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48A1C0-989E-5605-85E7-CEB389096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1FF0A0-E1DB-9D49-3B89-5694CA5AB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39B66-5ABC-443D-AD75-9B91C98D1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882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23C4F4-500E-2ED5-9EED-B695261B5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E0CE1-F46A-4574-B840-C72C2222EB5E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9D95F0-75EC-2559-0BA0-4BFC87FA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13810-0808-989E-BC39-FBFCEF84F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39B66-5ABC-443D-AD75-9B91C98D1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513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BA702-BB5E-EDFF-45E9-88940F85F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0844C-57BD-B91A-695F-235DB7F1E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32280-15C9-22B0-E429-490E413CA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E9E79-AEEE-530E-A328-3007D84D4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E0CE1-F46A-4574-B840-C72C2222EB5E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C8532-0C73-4BAA-1079-D02EFAD05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A4FD6-7C1E-5B75-6B74-22B88184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39B66-5ABC-443D-AD75-9B91C98D1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106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3C37-B966-0F2F-6D39-4CE8EF70C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348985-F384-9336-0DBD-904E275898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F89985-6BBD-E71F-16D5-3D8E9D9FF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DD733-0B1B-92C1-A9B7-0EB85B855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E0CE1-F46A-4574-B840-C72C2222EB5E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8BF53-8E82-0826-659C-79D60BE62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8F8A7-2AA2-83A0-3A5D-AA72F1C2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39B66-5ABC-443D-AD75-9B91C98D1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727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77629-0A70-E43A-BD14-8C7E16A3A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F4C8A0-7997-AECF-4080-64D2671AF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B45B6-0ED4-A51D-CEEF-F6080F97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E0CE1-F46A-4574-B840-C72C2222EB5E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296CC-0D38-5915-9A57-2CC97EFEC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74EE4-CCA6-036E-C152-AE548E0FB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39B66-5ABC-443D-AD75-9B91C98D1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549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CA4BB6-E4D9-55ED-6B1A-6937D9DC07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B70BAC-8CDE-ECB9-0EC3-2BFA84AF5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084E-50AA-8205-9EAD-621CC01D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E0CE1-F46A-4574-B840-C72C2222EB5E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BB848-D3A8-F9DE-C241-18E2D82E0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54228-CE83-4187-ED71-321722DA5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39B66-5ABC-443D-AD75-9B91C98D1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17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A24E6-343B-45B6-570D-9A9744E94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4D63F-F039-5891-57E6-8752ED48D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9B3AD-B3C6-FA0D-9B61-88FBE9F1E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E0CE1-F46A-4574-B840-C72C2222EB5E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AF4CF-710C-902D-FE38-CCFB97BA6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7A387-6CAF-F4D8-4992-F419E297D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39B66-5ABC-443D-AD75-9B91C98D1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746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chobitshacenunbyte.com/2018/05/29/arranque-y-parada-de-un-servidor-web-nginx-en-linux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emf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ai.blog/2018/07/que-es-un-reverse-proxy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emf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A21D47-1483-4F86-3966-A2926A439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2923198" y="1255630"/>
            <a:ext cx="6345604" cy="43467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11206554" y="6584779"/>
              <a:ext cx="642145" cy="173311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95036" y="6572889"/>
                <a:ext cx="656903" cy="196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9044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1A4BA7-280E-625A-94EC-2CBDE2DC43E4}"/>
              </a:ext>
            </a:extLst>
          </p:cNvPr>
          <p:cNvSpPr txBox="1"/>
          <p:nvPr/>
        </p:nvSpPr>
        <p:spPr>
          <a:xfrm>
            <a:off x="546753" y="754144"/>
            <a:ext cx="854068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What is Nginx ?</a:t>
            </a:r>
          </a:p>
          <a:p>
            <a:endParaRPr lang="en-IN" sz="2800" b="1" dirty="0">
              <a:solidFill>
                <a:schemeClr val="accent2"/>
              </a:solidFill>
            </a:endParaRPr>
          </a:p>
          <a:p>
            <a:endParaRPr lang="en-IN" sz="2800" b="1" dirty="0">
              <a:solidFill>
                <a:schemeClr val="accent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Nginx is an web server.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Used to serve static files.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100 out of 35% websites all over the world use Nginx.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Officially released in October d2004.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It was created to solve the problem of c10k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Port no : 80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It is easy to install and Open source.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b="1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206554" y="6584779"/>
              <a:ext cx="642145" cy="173311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95036" y="6572889"/>
                <a:ext cx="656903" cy="196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2115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C4D4A-750D-E4A9-A862-845A0AC91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C7C3AA-4B3F-9902-52A7-AF1510F80B9D}"/>
              </a:ext>
            </a:extLst>
          </p:cNvPr>
          <p:cNvSpPr txBox="1"/>
          <p:nvPr/>
        </p:nvSpPr>
        <p:spPr>
          <a:xfrm>
            <a:off x="546753" y="754144"/>
            <a:ext cx="85406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Advantages ?</a:t>
            </a:r>
          </a:p>
          <a:p>
            <a:endParaRPr lang="en-IN" sz="2800" b="1" dirty="0">
              <a:solidFill>
                <a:schemeClr val="accent2"/>
              </a:solidFill>
            </a:endParaRPr>
          </a:p>
          <a:p>
            <a:endParaRPr lang="en-IN" sz="2800" b="1" dirty="0">
              <a:solidFill>
                <a:schemeClr val="accent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It uses less memory and resources.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Nginx make the website faster.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It helps to get better ranking on Google (SEO).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Can handling thousands of Connection same time.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Load balancing.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Acts a Proxy and Reverse Proxy.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206554" y="6584779"/>
              <a:ext cx="642145" cy="173311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95036" y="6572889"/>
                <a:ext cx="656903" cy="196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545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D443F-A8FE-6964-7CBD-2AF529AC0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E9C59A-E217-DD0A-2BBD-727C0F992EE2}"/>
              </a:ext>
            </a:extLst>
          </p:cNvPr>
          <p:cNvSpPr txBox="1"/>
          <p:nvPr/>
        </p:nvSpPr>
        <p:spPr>
          <a:xfrm>
            <a:off x="546753" y="754144"/>
            <a:ext cx="85406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Proxy ?</a:t>
            </a:r>
          </a:p>
          <a:p>
            <a:endParaRPr lang="en-IN" sz="2800" b="1" dirty="0">
              <a:solidFill>
                <a:schemeClr val="accent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B412C8-A949-1BCF-3323-C9B7F6D2F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2633662" y="1709737"/>
            <a:ext cx="6924675" cy="34385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11206554" y="6584779"/>
              <a:ext cx="642145" cy="173311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95036" y="6572889"/>
                <a:ext cx="656903" cy="196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916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A4F2B-BDC5-0919-67D7-CB60985A3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5B2563-9C5B-1442-B716-EA8F69073675}"/>
              </a:ext>
            </a:extLst>
          </p:cNvPr>
          <p:cNvSpPr txBox="1"/>
          <p:nvPr/>
        </p:nvSpPr>
        <p:spPr>
          <a:xfrm>
            <a:off x="546753" y="754144"/>
            <a:ext cx="85406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Advantages of Proxy ?</a:t>
            </a:r>
          </a:p>
          <a:p>
            <a:endParaRPr lang="en-IN" sz="2800" b="1" dirty="0">
              <a:solidFill>
                <a:schemeClr val="accent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Hide a client’s Ip Address.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Protect data and resources from malicious activity.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Can restrict access to the users/groups.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Speed results from </a:t>
            </a:r>
            <a:r>
              <a:rPr lang="en-IN" sz="2800" b="1" dirty="0" err="1"/>
              <a:t>cashe</a:t>
            </a:r>
            <a:r>
              <a:rPr lang="en-IN" sz="2800" b="1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206554" y="6584779"/>
              <a:ext cx="642145" cy="173311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95036" y="6572889"/>
                <a:ext cx="656903" cy="196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106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31E45-4FDC-0F52-5BA1-188F04221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565C5D-100D-167B-28C5-AF80E19BA87F}"/>
              </a:ext>
            </a:extLst>
          </p:cNvPr>
          <p:cNvSpPr txBox="1"/>
          <p:nvPr/>
        </p:nvSpPr>
        <p:spPr>
          <a:xfrm>
            <a:off x="1234910" y="942680"/>
            <a:ext cx="85406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Installation :</a:t>
            </a:r>
          </a:p>
          <a:p>
            <a:endParaRPr lang="en-IN" sz="2800" b="1" dirty="0">
              <a:solidFill>
                <a:schemeClr val="accent2"/>
              </a:solidFill>
            </a:endParaRPr>
          </a:p>
          <a:p>
            <a:pPr marL="514350" indent="-514350">
              <a:buAutoNum type="arabicParenR"/>
            </a:pPr>
            <a:r>
              <a:rPr lang="en-IN" sz="2800" b="1" dirty="0"/>
              <a:t>apt install </a:t>
            </a:r>
            <a:r>
              <a:rPr lang="en-IN" sz="2800" b="1" dirty="0" err="1" smtClean="0"/>
              <a:t>nginx</a:t>
            </a:r>
            <a:r>
              <a:rPr lang="en-IN" sz="2800" b="1" dirty="0" smtClean="0"/>
              <a:t> : to install </a:t>
            </a:r>
            <a:r>
              <a:rPr lang="en-IN" sz="2800" b="1" dirty="0" err="1" smtClean="0"/>
              <a:t>nginx</a:t>
            </a:r>
            <a:r>
              <a:rPr lang="en-IN" sz="2800" b="1" dirty="0" smtClean="0"/>
              <a:t> service</a:t>
            </a:r>
            <a:endParaRPr lang="en-IN" sz="2800" b="1" dirty="0"/>
          </a:p>
          <a:p>
            <a:pPr marL="514350" indent="-514350">
              <a:buAutoNum type="arabicParenR"/>
            </a:pPr>
            <a:r>
              <a:rPr lang="en-IN" sz="2800" b="1" dirty="0" err="1"/>
              <a:t>systemctl</a:t>
            </a:r>
            <a:r>
              <a:rPr lang="en-IN" sz="2800" b="1" dirty="0"/>
              <a:t> start </a:t>
            </a:r>
            <a:r>
              <a:rPr lang="en-IN" sz="2800" b="1" dirty="0" err="1" smtClean="0"/>
              <a:t>nginx</a:t>
            </a:r>
            <a:r>
              <a:rPr lang="en-IN" sz="2800" b="1" dirty="0" smtClean="0"/>
              <a:t> : to start the service</a:t>
            </a:r>
            <a:endParaRPr lang="en-IN" sz="2800" b="1" dirty="0"/>
          </a:p>
          <a:p>
            <a:pPr marL="514350" indent="-514350">
              <a:buAutoNum type="arabicParenR"/>
            </a:pPr>
            <a:r>
              <a:rPr lang="en-IN" sz="2800" b="1" dirty="0" err="1"/>
              <a:t>systemctl</a:t>
            </a:r>
            <a:r>
              <a:rPr lang="en-IN" sz="2800" b="1" dirty="0"/>
              <a:t> status nginx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206554" y="6584779"/>
              <a:ext cx="642145" cy="173311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95036" y="6572889"/>
                <a:ext cx="656903" cy="196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534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4BC99-6E97-CB9C-7C27-8E8190D8D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570CF5-04CA-AAA7-DA97-E03C624B5985}"/>
              </a:ext>
            </a:extLst>
          </p:cNvPr>
          <p:cNvSpPr txBox="1"/>
          <p:nvPr/>
        </p:nvSpPr>
        <p:spPr>
          <a:xfrm>
            <a:off x="1234910" y="942680"/>
            <a:ext cx="854068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/>
                </a:solidFill>
              </a:rPr>
              <a:t>Important path :</a:t>
            </a:r>
          </a:p>
          <a:p>
            <a:endParaRPr lang="en-IN" sz="2800" b="1" dirty="0">
              <a:solidFill>
                <a:schemeClr val="accent2"/>
              </a:solidFill>
            </a:endParaRPr>
          </a:p>
          <a:p>
            <a:endParaRPr lang="en-IN" sz="2800" b="1" dirty="0">
              <a:solidFill>
                <a:schemeClr val="accent2"/>
              </a:solidFill>
            </a:endParaRPr>
          </a:p>
          <a:p>
            <a:r>
              <a:rPr lang="en-IN" sz="2800" b="1" dirty="0"/>
              <a:t>cd /var/www/html</a:t>
            </a:r>
          </a:p>
          <a:p>
            <a:r>
              <a:rPr lang="en-IN" sz="2800" b="1" dirty="0"/>
              <a:t>t</a:t>
            </a:r>
            <a:r>
              <a:rPr lang="en-IN" sz="2800" b="1" dirty="0" smtClean="0"/>
              <a:t>ail </a:t>
            </a:r>
            <a:r>
              <a:rPr lang="en-IN" sz="2800" b="1" dirty="0"/>
              <a:t>-</a:t>
            </a:r>
            <a:r>
              <a:rPr lang="en-IN" sz="2800" b="1" dirty="0" smtClean="0"/>
              <a:t>f </a:t>
            </a:r>
            <a:r>
              <a:rPr lang="en-IN" sz="2800" b="1" dirty="0"/>
              <a:t>/var/log/nginx/access.log</a:t>
            </a:r>
          </a:p>
          <a:p>
            <a:r>
              <a:rPr lang="en-IN" sz="2800" b="1" dirty="0"/>
              <a:t>t</a:t>
            </a:r>
            <a:r>
              <a:rPr lang="en-IN" sz="2800" b="1" dirty="0" smtClean="0"/>
              <a:t>ail -f </a:t>
            </a:r>
            <a:r>
              <a:rPr lang="en-IN" sz="2800" b="1" dirty="0"/>
              <a:t>/</a:t>
            </a:r>
            <a:r>
              <a:rPr lang="en-IN" sz="2800" b="1" dirty="0" err="1" smtClean="0"/>
              <a:t>var</a:t>
            </a:r>
            <a:r>
              <a:rPr lang="en-IN" sz="2800" b="1" dirty="0" smtClean="0"/>
              <a:t>/log/</a:t>
            </a:r>
            <a:r>
              <a:rPr lang="en-IN" sz="2800" b="1" dirty="0" err="1" smtClean="0"/>
              <a:t>nginx</a:t>
            </a:r>
            <a:r>
              <a:rPr lang="en-IN" sz="2800" b="1" dirty="0" smtClean="0"/>
              <a:t>/access.log | </a:t>
            </a:r>
            <a:r>
              <a:rPr lang="en-IN" sz="2800" b="1" dirty="0" err="1" smtClean="0"/>
              <a:t>awk</a:t>
            </a:r>
            <a:r>
              <a:rPr lang="en-IN" sz="2800" b="1" dirty="0" smtClean="0"/>
              <a:t> </a:t>
            </a:r>
            <a:r>
              <a:rPr lang="en-IN" sz="2800" b="1" dirty="0"/>
              <a:t>‘{print $1}’:</a:t>
            </a:r>
          </a:p>
          <a:p>
            <a:endParaRPr lang="en-IN" sz="2800" b="1" dirty="0"/>
          </a:p>
          <a:p>
            <a:endParaRPr lang="en-IN" sz="28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1206554" y="6584779"/>
              <a:ext cx="642145" cy="173311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95036" y="6572889"/>
                <a:ext cx="656903" cy="196731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/>
          <p:cNvSpPr/>
          <p:nvPr/>
        </p:nvSpPr>
        <p:spPr>
          <a:xfrm>
            <a:off x="2091592" y="4297444"/>
            <a:ext cx="4733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tail -f /</a:t>
            </a:r>
            <a:r>
              <a:rPr lang="en-IN" dirty="0" err="1"/>
              <a:t>var</a:t>
            </a:r>
            <a:r>
              <a:rPr lang="en-IN" dirty="0"/>
              <a:t>/log/</a:t>
            </a:r>
            <a:r>
              <a:rPr lang="en-IN" dirty="0" err="1"/>
              <a:t>nginx</a:t>
            </a:r>
            <a:r>
              <a:rPr lang="en-IN" dirty="0"/>
              <a:t>/access.log | </a:t>
            </a:r>
            <a:r>
              <a:rPr lang="en-IN" dirty="0" err="1"/>
              <a:t>awk</a:t>
            </a:r>
            <a:r>
              <a:rPr lang="en-IN" dirty="0"/>
              <a:t> '{print $1}'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5334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99695" y="189186"/>
            <a:ext cx="69223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 an IP (e.g.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192.168.1.100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from accessing your Nginx website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10705" y="1929522"/>
            <a:ext cx="840877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 Open your Nginx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can block an IP 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main site 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(usually inside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etc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nginx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/sites-available/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directly inside the 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nginx.conf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(not recommended for per-site blocks)</a:t>
            </a: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for a site: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sudo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nano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/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etc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nginx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/sites-available/default </a:t>
            </a: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(Replace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default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with your site file like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mydomain.com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if using virtual hosts.)</a:t>
            </a: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206554" y="6584779"/>
              <a:ext cx="642145" cy="173311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95036" y="6572889"/>
                <a:ext cx="656903" cy="196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0192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13657" y="603450"/>
            <a:ext cx="5750292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 Add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deny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rule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Inside the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server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block or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location /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block, add: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nginx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deny 192.168.1.100; 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 inside a server block: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nginx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server { listen 80;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server_name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yourdomain.com;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root /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/www/html;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index index.html;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#Block this IP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deny 192.168.1.100;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location / {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try_files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uri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$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uri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 =404; } } 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✅ You can also allow and deny: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nginx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allow all;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deny 192.168.1.100;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Nginx reads rules top to bottom.</a:t>
            </a:r>
          </a:p>
        </p:txBody>
      </p:sp>
      <p:sp>
        <p:nvSpPr>
          <p:cNvPr id="3" name="Rectangle 2"/>
          <p:cNvSpPr/>
          <p:nvPr/>
        </p:nvSpPr>
        <p:spPr>
          <a:xfrm>
            <a:off x="7086600" y="326571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allow all;</a:t>
            </a:r>
          </a:p>
          <a:p>
            <a:r>
              <a:rPr lang="en-IN" dirty="0"/>
              <a:t>deny 192.168.1.100;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1206554" y="6584779"/>
              <a:ext cx="642145" cy="173311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95036" y="6572889"/>
                <a:ext cx="656903" cy="196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892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59229" y="344699"/>
            <a:ext cx="729077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 Save and test Nginx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syntax: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nginx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-t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You should see: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nginx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 configuration file /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etc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nginx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nginx.conf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test is successful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59229" y="3075581"/>
            <a:ext cx="341792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Step 4: Reload Nginx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apply the new rules: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systemctl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reload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nginx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1417793" y="6547344"/>
              <a:ext cx="642937" cy="174625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06273" y="6535462"/>
                <a:ext cx="657696" cy="19802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5567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95943" y="425364"/>
            <a:ext cx="2832827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Block Multiple IPs: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multiple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deny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lines: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nginx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deny 192.168.1.100;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deny 203.0.113.45;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1206554" y="6584779"/>
              <a:ext cx="642145" cy="173311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95036" y="6572889"/>
                <a:ext cx="656903" cy="196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487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875111"/>
              </p:ext>
            </p:extLst>
          </p:nvPr>
        </p:nvGraphicFramePr>
        <p:xfrm>
          <a:off x="533400" y="659380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7549177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178751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802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Edit config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sudo nano /etc/nginx/sites-available/default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9135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Add IP block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deny 192.168.1.100; inside server or 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3198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Test config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sudo nginx -t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7503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Reload Nginx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sudo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systemctl</a:t>
                      </a:r>
                      <a:r>
                        <a:rPr lang="en-IN" dirty="0"/>
                        <a:t> reload </a:t>
                      </a:r>
                      <a:r>
                        <a:rPr lang="en-IN" dirty="0" err="1"/>
                        <a:t>nginx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869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1206554" y="6584779"/>
              <a:ext cx="642145" cy="173311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95036" y="6572889"/>
                <a:ext cx="656903" cy="1967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5046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#! /bin/bash</a:t>
            </a:r>
          </a:p>
          <a:p>
            <a:r>
              <a:rPr lang="en-IN" b="1" dirty="0"/>
              <a:t>yum install </a:t>
            </a:r>
            <a:r>
              <a:rPr lang="en-IN" b="1" dirty="0" err="1"/>
              <a:t>httpd</a:t>
            </a:r>
            <a:r>
              <a:rPr lang="en-IN" b="1" dirty="0"/>
              <a:t> git -y</a:t>
            </a:r>
          </a:p>
          <a:p>
            <a:r>
              <a:rPr lang="en-IN" b="1" dirty="0" err="1"/>
              <a:t>systemctl</a:t>
            </a:r>
            <a:r>
              <a:rPr lang="en-IN" b="1" dirty="0"/>
              <a:t> start </a:t>
            </a:r>
            <a:r>
              <a:rPr lang="en-IN" b="1" dirty="0" err="1"/>
              <a:t>httpd</a:t>
            </a:r>
            <a:endParaRPr lang="en-IN" b="1" dirty="0"/>
          </a:p>
          <a:p>
            <a:r>
              <a:rPr lang="en-IN" b="1" dirty="0" err="1"/>
              <a:t>systemctl</a:t>
            </a:r>
            <a:r>
              <a:rPr lang="en-IN" b="1" dirty="0"/>
              <a:t> status </a:t>
            </a:r>
            <a:r>
              <a:rPr lang="en-IN" b="1" dirty="0" err="1"/>
              <a:t>httpd</a:t>
            </a:r>
            <a:endParaRPr lang="en-IN" b="1" dirty="0"/>
          </a:p>
          <a:p>
            <a:r>
              <a:rPr lang="en-IN" b="1" dirty="0"/>
              <a:t>cd /</a:t>
            </a:r>
            <a:r>
              <a:rPr lang="en-IN" b="1" dirty="0" err="1"/>
              <a:t>var</a:t>
            </a:r>
            <a:r>
              <a:rPr lang="en-IN" b="1" dirty="0"/>
              <a:t>/www/html</a:t>
            </a:r>
          </a:p>
          <a:p>
            <a:r>
              <a:rPr lang="en-IN" b="1" dirty="0"/>
              <a:t>git clone https://github.com/karishma1521success/swiggy-clone.git</a:t>
            </a:r>
          </a:p>
          <a:p>
            <a:r>
              <a:rPr lang="en-IN" b="1" dirty="0"/>
              <a:t>mv </a:t>
            </a:r>
            <a:r>
              <a:rPr lang="en-IN" b="1" dirty="0" err="1"/>
              <a:t>swiggy</a:t>
            </a:r>
            <a:r>
              <a:rPr lang="en-IN" b="1" dirty="0"/>
              <a:t>-clone/* .</a:t>
            </a:r>
          </a:p>
          <a:p>
            <a:r>
              <a:rPr lang="en-IN" b="1" dirty="0"/>
              <a:t>tail -100f /</a:t>
            </a:r>
            <a:r>
              <a:rPr lang="en-IN" b="1" dirty="0" err="1"/>
              <a:t>var</a:t>
            </a:r>
            <a:r>
              <a:rPr lang="en-IN" b="1" dirty="0"/>
              <a:t>/log/</a:t>
            </a:r>
            <a:r>
              <a:rPr lang="en-IN" b="1" dirty="0" err="1"/>
              <a:t>httpd</a:t>
            </a:r>
            <a:r>
              <a:rPr lang="en-IN" b="1" dirty="0"/>
              <a:t>/</a:t>
            </a:r>
            <a:r>
              <a:rPr lang="en-IN" b="1" dirty="0" err="1"/>
              <a:t>access_log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0134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29006" y="3244334"/>
            <a:ext cx="4733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tail -f /</a:t>
            </a:r>
            <a:r>
              <a:rPr lang="en-IN" dirty="0" err="1"/>
              <a:t>var</a:t>
            </a:r>
            <a:r>
              <a:rPr lang="en-IN" dirty="0"/>
              <a:t>/log/</a:t>
            </a:r>
            <a:r>
              <a:rPr lang="en-IN" dirty="0" err="1"/>
              <a:t>nginx</a:t>
            </a:r>
            <a:r>
              <a:rPr lang="en-IN" dirty="0"/>
              <a:t>/access.log | </a:t>
            </a:r>
            <a:r>
              <a:rPr lang="en-IN" dirty="0" err="1"/>
              <a:t>awk</a:t>
            </a:r>
            <a:r>
              <a:rPr lang="en-IN" dirty="0"/>
              <a:t> '{print $1}'</a:t>
            </a:r>
          </a:p>
        </p:txBody>
      </p:sp>
    </p:spTree>
    <p:extLst>
      <p:ext uri="{BB962C8B-B14F-4D97-AF65-F5344CB8AC3E}">
        <p14:creationId xmlns:p14="http://schemas.microsoft.com/office/powerpoint/2010/main" val="2732276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3402</TotalTime>
  <Words>502</Words>
  <Application>Microsoft Office PowerPoint</Application>
  <PresentationFormat>Widescreen</PresentationFormat>
  <Paragraphs>106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Unicode MS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Vishnu Virgat</dc:creator>
  <cp:lastModifiedBy>Dell</cp:lastModifiedBy>
  <cp:revision>41</cp:revision>
  <dcterms:created xsi:type="dcterms:W3CDTF">2025-06-23T07:59:04Z</dcterms:created>
  <dcterms:modified xsi:type="dcterms:W3CDTF">2025-09-10T12:31:37Z</dcterms:modified>
</cp:coreProperties>
</file>