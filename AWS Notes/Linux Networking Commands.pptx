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68" autoAdjust="0"/>
    <p:restoredTop sz="94660"/>
  </p:normalViewPr>
  <p:slideViewPr>
    <p:cSldViewPr snapToGrid="0">
      <p:cViewPr varScale="1">
        <p:scale>
          <a:sx n="69" d="100"/>
          <a:sy n="69" d="100"/>
        </p:scale>
        <p:origin x="9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F82CE-EB74-42E1-81AF-312A24CF8E5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7480-A78C-491E-89AA-C149BF031DF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F82CE-EB74-42E1-81AF-312A24CF8E5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7480-A78C-491E-89AA-C149BF031DF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F82CE-EB74-42E1-81AF-312A24CF8E5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7480-A78C-491E-89AA-C149BF031DF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F82CE-EB74-42E1-81AF-312A24CF8E5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7480-A78C-491E-89AA-C149BF031DF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F82CE-EB74-42E1-81AF-312A24CF8E53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7480-A78C-491E-89AA-C149BF031DF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F82CE-EB74-42E1-81AF-312A24CF8E5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7480-A78C-491E-89AA-C149BF031DF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F82CE-EB74-42E1-81AF-312A24CF8E53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7480-A78C-491E-89AA-C149BF031DF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F82CE-EB74-42E1-81AF-312A24CF8E5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7480-A78C-491E-89AA-C149BF031DF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F82CE-EB74-42E1-81AF-312A24CF8E5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7480-A78C-491E-89AA-C149BF031DF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F82CE-EB74-42E1-81AF-312A24CF8E5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7480-A78C-491E-89AA-C149BF031DF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F82CE-EB74-42E1-81AF-312A24CF8E5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47480-A78C-491E-89AA-C149BF031DF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F82CE-EB74-42E1-81AF-312A24CF8E5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47480-A78C-491E-89AA-C149BF031DF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7853" y="270501"/>
            <a:ext cx="11684001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/>
              <a:t>WHY NETWORKING IN LINUX?</a:t>
            </a:r>
            <a:endParaRPr lang="en-US" sz="2800" b="1" dirty="0" smtClean="0"/>
          </a:p>
          <a:p>
            <a:r>
              <a:rPr lang="en-US" sz="2000" dirty="0" smtClean="0"/>
              <a:t>Networking commands in Linux help you:</a:t>
            </a:r>
            <a:endParaRPr lang="en-US" sz="20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Check internet connection 🌐</a:t>
            </a:r>
            <a:endParaRPr lang="en-US" sz="20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Find your IP 📍</a:t>
            </a:r>
            <a:endParaRPr lang="en-US" sz="20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Troubleshoot issues 🛠️</a:t>
            </a:r>
            <a:endParaRPr lang="en-US" sz="20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Monitor traffic 📊</a:t>
            </a:r>
            <a:endParaRPr lang="en-US" sz="20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Connect to other systems 🔗</a:t>
            </a:r>
            <a:endParaRPr lang="en-US" sz="20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67854" y="3507892"/>
            <a:ext cx="415690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Internet Connection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🌐 Real-Life: "Can I reach Google?"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ping google.com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packets to Google's server.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you get replies = Internet is working.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🛑 Stop with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CTRL + C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21672" y="395835"/>
            <a:ext cx="6774815" cy="286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2: Find Your IP Address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Real-Life: "What is my computer’s address on the network?"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ipconfig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192.168.1.100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This is your local IP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21672" y="3967877"/>
            <a:ext cx="598112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3: Check Route to a Website (trace)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Real-Life: "What path does my data take to Google?"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traceroute google.com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each "hop" (router) your request goes through.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not installed: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install traceroute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14036" y="275212"/>
            <a:ext cx="557941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4: Check DNS Resolution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📇 Real-Life: "What IP does google.com map to?"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nslookup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google.com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dig google.com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IP addresses linked to domain names.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89647" y="3203277"/>
            <a:ext cx="738317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5: View Active Network Connections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Real-Life: "What’s currently connected to or from my system?"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netstat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tuln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TCP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UDP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Listening ports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Numeric output (IP/port, not names)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newer version: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tuln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1" y="314896"/>
            <a:ext cx="483978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6: Download File Using Terminal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📦 Real-Life: "Grab a file from the internet"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wget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http://example.com/file.zip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with curl: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curl -O http://example.com/file.zip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30910" y="3630322"/>
            <a:ext cx="644278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7: Show Routing Table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Real-Life: "Which path is used to reach other networks?"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route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output: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default via 192.168.1.1 dev eth0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Means all unknown traffic goes to the gateway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192.168.1.1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495637" y="2255605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0981" y="131957"/>
            <a:ext cx="713970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8: Check Open Ports &amp; Services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Real-Life: "What apps are using the network?"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lsof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which processes are using ports and IP addresses.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50981" y="3548277"/>
            <a:ext cx="640431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9: Scan a Remote Server (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Nmap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Real-Life: "Is that server online? Which ports are open?"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nmap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google.com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🛠️ Install if needed: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apt install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nmap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273" y="0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10: Test Port Reachability (Telnet/NC)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Real-Life: "Is port 80 on that server reachable?"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telnet google.com 80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use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nc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zv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google.com 80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-z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don’t send data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-v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verbose output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30910" y="4163537"/>
            <a:ext cx="623542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11: Set Static IP (Temporary)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Advanced, just showing the basics: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addr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add 192.168.1.50/24 dev eth0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assigns the IP temporarily to the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eth0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network interface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95564" y="178757"/>
            <a:ext cx="814037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 NETWORKING PROJECT: Quick Practice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Try this: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ping 8.8.8.8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ip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wget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http://example.com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netstat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-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dig google.com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95564" y="2411701"/>
          <a:ext cx="10515600" cy="435864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Task</a:t>
                      </a:r>
                      <a:endParaRPr lang="en-IN" sz="2000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Command</a:t>
                      </a:r>
                      <a:endParaRPr lang="en-IN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Check internet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ping google.com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Show IP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a or </a:t>
                      </a:r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ifconfig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Trace route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traceroute google.com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DNS lookup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nslookup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or dig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View open ports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rgbClr val="FF0000"/>
                          </a:solidFill>
                        </a:rPr>
                        <a:t>netstat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 -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</a:rPr>
                        <a:t>tuln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 or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</a:rPr>
                        <a:t>ss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 -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</a:rPr>
                        <a:t>tuln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Download files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wget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or curl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Show routing table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route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List network usage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lsof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-</a:t>
                      </a:r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i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Scan remote server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nmap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google.com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Check port access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nc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-</a:t>
                      </a:r>
                      <a:r>
                        <a:rPr lang="en-IN" sz="2000" dirty="0" err="1">
                          <a:solidFill>
                            <a:srgbClr val="FF0000"/>
                          </a:solidFill>
                        </a:rPr>
                        <a:t>zv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 hostname port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95564" y="1916129"/>
            <a:ext cx="336855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CHEAT SHEET SUMMARY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76382" y="1315359"/>
          <a:ext cx="10515600" cy="2292364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 b="1" dirty="0"/>
                        <a:t>Scenario</a:t>
                      </a:r>
                      <a:endParaRPr lang="en-IN" sz="18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Use</a:t>
                      </a:r>
                      <a:endParaRPr lang="en-IN" sz="18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Can’t open websites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ping, dig,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 a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Server unreachable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Use 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traceroute, telnet</a:t>
                      </a:r>
                      <a:endParaRPr lang="en-IN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Need IP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 a or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</a:rPr>
                        <a:t>ifconfig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3564">
                <a:tc>
                  <a:txBody>
                    <a:bodyPr/>
                    <a:lstStyle/>
                    <a:p>
                      <a:r>
                        <a:rPr lang="en-US" sz="1800"/>
                        <a:t>Check which apps use ports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Use </a:t>
                      </a:r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lsof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-</a:t>
                      </a:r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i</a:t>
                      </a:r>
                      <a:endParaRPr lang="en-IN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Monitor traffic live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</a:rPr>
                        <a:t>iftop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 or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</a:rPr>
                        <a:t>nload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(bonus tools)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76382" y="401366"/>
            <a:ext cx="263565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 Use Cases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88000" y="2780146"/>
            <a:ext cx="2401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END</a:t>
            </a:r>
            <a:endParaRPr lang="en-IN" sz="3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2796</Words>
  <Application>WPS Presentation</Application>
  <PresentationFormat>Widescreen</PresentationFormat>
  <Paragraphs>196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Arial Unicode MS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Nishank Amte</cp:lastModifiedBy>
  <cp:revision>25</cp:revision>
  <dcterms:created xsi:type="dcterms:W3CDTF">2025-07-07T06:10:00Z</dcterms:created>
  <dcterms:modified xsi:type="dcterms:W3CDTF">2026-01-14T12:19:12Z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CBE3D493D32E415B940979D09E91BCA0_12</vt:lpwstr>
  </property>
  <property fmtid="{D5CDD505-2E9C-101B-9397-08002B2CF9AE}" pid="3" name="KSOProductBuildVer">
    <vt:lpwstr>1033-12.2.0.23196</vt:lpwstr>
  </property>
</Properties>
</file>