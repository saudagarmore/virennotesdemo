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08" autoAdjust="0"/>
    <p:restoredTop sz="94660"/>
  </p:normalViewPr>
  <p:slideViewPr>
    <p:cSldViewPr snapToGrid="0">
      <p:cViewPr varScale="1">
        <p:scale>
          <a:sx n="69" d="100"/>
          <a:sy n="69" d="100"/>
        </p:scale>
        <p:origin x="9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6141C-12BC-4A6C-AC9F-A568C3C2848B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405A5-711C-4C41-8579-87E2F066C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28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84DCC-8E81-4CB3-B633-B817694D035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6737-F714-4D0F-8363-5EBA4CD16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550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84DCC-8E81-4CB3-B633-B817694D035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6737-F714-4D0F-8363-5EBA4CD16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205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84DCC-8E81-4CB3-B633-B817694D035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6737-F714-4D0F-8363-5EBA4CD16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853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84DCC-8E81-4CB3-B633-B817694D035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6737-F714-4D0F-8363-5EBA4CD16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49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84DCC-8E81-4CB3-B633-B817694D035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6737-F714-4D0F-8363-5EBA4CD16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381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84DCC-8E81-4CB3-B633-B817694D035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6737-F714-4D0F-8363-5EBA4CD16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556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84DCC-8E81-4CB3-B633-B817694D035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6737-F714-4D0F-8363-5EBA4CD16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481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84DCC-8E81-4CB3-B633-B817694D035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6737-F714-4D0F-8363-5EBA4CD16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2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84DCC-8E81-4CB3-B633-B817694D035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6737-F714-4D0F-8363-5EBA4CD16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564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84DCC-8E81-4CB3-B633-B817694D035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6737-F714-4D0F-8363-5EBA4CD16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239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84DCC-8E81-4CB3-B633-B817694D035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6737-F714-4D0F-8363-5EBA4CD16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837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84DCC-8E81-4CB3-B633-B817694D035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86737-F714-4D0F-8363-5EBA4CD16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303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2509" y="870957"/>
            <a:ext cx="117394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/>
              <a:t>WHY FILE PERMISSIONS &amp; OWNERSHIP?</a:t>
            </a:r>
          </a:p>
          <a:p>
            <a:r>
              <a:rPr lang="en-US" dirty="0" smtClean="0"/>
              <a:t>In Linux: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Every </a:t>
            </a:r>
            <a:r>
              <a:rPr lang="en-US" b="1" dirty="0" smtClean="0"/>
              <a:t>file/folder</a:t>
            </a:r>
            <a:r>
              <a:rPr lang="en-US" dirty="0" smtClean="0"/>
              <a:t> has an </a:t>
            </a:r>
            <a:r>
              <a:rPr lang="en-US" b="1" dirty="0" smtClean="0"/>
              <a:t>owner</a:t>
            </a:r>
            <a:r>
              <a:rPr lang="en-US" dirty="0" smtClean="0"/>
              <a:t>, </a:t>
            </a:r>
            <a:r>
              <a:rPr lang="en-US" b="1" dirty="0" smtClean="0"/>
              <a:t>group</a:t>
            </a:r>
            <a:r>
              <a:rPr lang="en-US" dirty="0" smtClean="0"/>
              <a:t>, and </a:t>
            </a:r>
            <a:r>
              <a:rPr lang="en-US" b="1" dirty="0" smtClean="0"/>
              <a:t>permissions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It controls </a:t>
            </a:r>
            <a:r>
              <a:rPr lang="en-US" b="1" dirty="0" smtClean="0"/>
              <a:t>who can read/write/execute</a:t>
            </a:r>
            <a:r>
              <a:rPr lang="en-US" dirty="0" smtClean="0"/>
              <a:t> the file.</a:t>
            </a:r>
          </a:p>
          <a:p>
            <a:r>
              <a:rPr lang="en-US" dirty="0" smtClean="0"/>
              <a:t>Think of it like your house:</a:t>
            </a:r>
          </a:p>
        </p:txBody>
      </p:sp>
    </p:spTree>
    <p:extLst>
      <p:ext uri="{BB962C8B-B14F-4D97-AF65-F5344CB8AC3E}">
        <p14:creationId xmlns:p14="http://schemas.microsoft.com/office/powerpoint/2010/main" val="1305335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095179"/>
              </p:ext>
            </p:extLst>
          </p:nvPr>
        </p:nvGraphicFramePr>
        <p:xfrm>
          <a:off x="607291" y="3709425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3176969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464936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691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-rw-r--r--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Permissions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6928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jarves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Owner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736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staff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550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123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File size (bytes)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031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Jul 6 13:20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Last modified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247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hello.txt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File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689694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07291" y="336297"/>
            <a:ext cx="491256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1: View File Permissions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ls -l filename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ls -l hello.txt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output: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css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rw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-r--r-- 1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jarves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staff 123 Jul 6 13:20 hello.txt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Breakdown: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9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033825"/>
              </p:ext>
            </p:extLst>
          </p:nvPr>
        </p:nvGraphicFramePr>
        <p:xfrm>
          <a:off x="422563" y="2094631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2881940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64570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2287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Section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Who it applies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65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rw-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User (owner)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Read &amp; 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34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Read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76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Others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Read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529764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034928"/>
              </p:ext>
            </p:extLst>
          </p:nvPr>
        </p:nvGraphicFramePr>
        <p:xfrm>
          <a:off x="440419" y="4389521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7801628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647617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824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308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763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execute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260316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22563" y="340305"/>
            <a:ext cx="510909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2: Understand Permissions (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1st part (10 characters) shows permissions: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diff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rw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 r-- r--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2563" y="4020189"/>
            <a:ext cx="1082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Legend:</a:t>
            </a:r>
          </a:p>
        </p:txBody>
      </p:sp>
    </p:spTree>
    <p:extLst>
      <p:ext uri="{BB962C8B-B14F-4D97-AF65-F5344CB8AC3E}">
        <p14:creationId xmlns:p14="http://schemas.microsoft.com/office/powerpoint/2010/main" val="317297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075041"/>
              </p:ext>
            </p:extLst>
          </p:nvPr>
        </p:nvGraphicFramePr>
        <p:xfrm>
          <a:off x="247072" y="4536493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368551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046708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Symbolic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264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r =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920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w =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491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x =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787482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47072" y="109488"/>
            <a:ext cx="408316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3: Change Permissions with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chmod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want to allow a script to be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chmod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+x script.sh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Now it’s executable.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50146" y="2527919"/>
            <a:ext cx="31341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Numbers (Octal Mode)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7072" y="300438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rwx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7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rw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6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r--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4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84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8691" y="594050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chmod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755 filename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Breakdown: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sql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7 (user) =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rwx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5 (group) = r-x 5 (other) = r-x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chmod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644 notes.txt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Owner: read/write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Group: read only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Others: read only</a:t>
            </a:r>
          </a:p>
        </p:txBody>
      </p:sp>
    </p:spTree>
    <p:extLst>
      <p:ext uri="{BB962C8B-B14F-4D97-AF65-F5344CB8AC3E}">
        <p14:creationId xmlns:p14="http://schemas.microsoft.com/office/powerpoint/2010/main" val="286612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95564" y="192268"/>
            <a:ext cx="416466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4: Change Owner with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chown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want to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 a file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another user.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Command: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chown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newuser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filename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chown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alice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report.txt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change both user &amp; group: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chown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alice:devteam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report.txt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95564" y="4477526"/>
            <a:ext cx="331372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5:Change Group with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chgrp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only changing group: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chgrp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devteam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report.txt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48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40146" y="311973"/>
            <a:ext cx="623279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6: Recursive Changes for Folders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Real-Life: Change permissions for all files in a folder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chmod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-R 755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myfolder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chown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-R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alice:devteam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myfolder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40146" y="2264563"/>
            <a:ext cx="644278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touch myfile.txt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ls -l myfile.txt	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Check default permissions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chmod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600 myfile.txt 	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Only owner can read/write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ls -l myfile.txt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chmod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755 myfile.txt 	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Owner: all, Others: read/execute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ls -l myfile.txt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chown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john myfile.txt 	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Change owner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ls -l myfile.txt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chown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john:admin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myfile.txt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Change owner and group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ls -l myfile.txt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71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467097"/>
              </p:ext>
            </p:extLst>
          </p:nvPr>
        </p:nvGraphicFramePr>
        <p:xfrm>
          <a:off x="237836" y="838671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694225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45892763"/>
                    </a:ext>
                  </a:extLst>
                </a:gridCol>
              </a:tblGrid>
              <a:tr h="310444">
                <a:tc>
                  <a:txBody>
                    <a:bodyPr/>
                    <a:lstStyle/>
                    <a:p>
                      <a:r>
                        <a:rPr lang="en-IN" sz="1800" b="1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826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View permissions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ls -l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4902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Add execute permission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chmod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+x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98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Remove write permission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chmod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-w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0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Set specific permission (numeric)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chmod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755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432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Change owner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chown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user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315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Change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chgrp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group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130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Change owner &amp;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chown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user:group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322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Apply recursively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chmod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-R, </a:t>
                      </a:r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chown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-R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701354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37836" y="192340"/>
            <a:ext cx="1796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CHEAT SHEET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121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399" y="2909455"/>
            <a:ext cx="2124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END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4040517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417</Words>
  <Application>Microsoft Office PowerPoint</Application>
  <PresentationFormat>Widescreen</PresentationFormat>
  <Paragraphs>146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26</cp:revision>
  <dcterms:created xsi:type="dcterms:W3CDTF">2025-07-07T06:55:55Z</dcterms:created>
  <dcterms:modified xsi:type="dcterms:W3CDTF">2025-07-07T11:52:39Z</dcterms:modified>
</cp:coreProperties>
</file>