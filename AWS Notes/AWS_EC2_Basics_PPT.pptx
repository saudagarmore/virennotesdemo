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evlog1921.tistory.com/entry/EC2-%EA%B4%80%EB%A6%AC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68C8773-3B64-3C25-CDA1-6427C7EB9F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623715" y="1567677"/>
            <a:ext cx="3484854" cy="37226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EC2?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EC2 stands for Elastic Compute Cloud</a:t>
            </a:r>
          </a:p>
          <a:p>
            <a:r>
              <a:t>• It's a virtual server in the cloud</a:t>
            </a:r>
          </a:p>
          <a:p>
            <a:r>
              <a:t>• You can run applications and store data</a:t>
            </a:r>
          </a:p>
          <a:p>
            <a:r>
              <a:t>• Pay only for what you use</a:t>
            </a:r>
          </a:p>
          <a:p>
            <a:r>
              <a:t>• Helps you scale up or down easily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of EC2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Multiple instance types (like small, medium, large)</a:t>
            </a:r>
          </a:p>
          <a:p>
            <a:r>
              <a:t>• Different OS choices (Linux, Windows)</a:t>
            </a:r>
          </a:p>
          <a:p>
            <a:r>
              <a:t>• Secure with key pair and security groups</a:t>
            </a:r>
          </a:p>
          <a:p>
            <a:r>
              <a:t>• Attach storage (EBS) to instances</a:t>
            </a:r>
          </a:p>
          <a:p>
            <a:r>
              <a:t>• Auto-scaling and load balancing 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Steps to Launch an EC2 Instance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t>1. Login to AWS Console</a:t>
            </a:r>
          </a:p>
          <a:p>
            <a:r>
              <a:t>2. Go to EC2 Dashboard</a:t>
            </a:r>
          </a:p>
          <a:p>
            <a:r>
              <a:t>3. Click 'Launch Instance'</a:t>
            </a:r>
          </a:p>
          <a:p>
            <a:r>
              <a:t>4. Choose AMI (OS)</a:t>
            </a:r>
          </a:p>
          <a:p>
            <a:r>
              <a:t>5. Select Instance Type</a:t>
            </a:r>
          </a:p>
          <a:p>
            <a:r>
              <a:t>6. Configure Settings</a:t>
            </a:r>
          </a:p>
          <a:p>
            <a:r>
              <a:t>7. Add Storage (EBS)</a:t>
            </a:r>
          </a:p>
          <a:p>
            <a:r>
              <a:t>8. Add Tags (Optional)</a:t>
            </a:r>
          </a:p>
          <a:p>
            <a:r>
              <a:t>9. Configure Security Group</a:t>
            </a:r>
          </a:p>
          <a:p>
            <a:r>
              <a:t>10. Review and Launch</a:t>
            </a:r>
          </a:p>
          <a:p>
            <a:r>
              <a:t>11. Choose/Create Key Pair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EC2 Instance Lifecycle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Pending: Instance is launching</a:t>
            </a:r>
          </a:p>
          <a:p>
            <a:r>
              <a:t>• Running: Instance is active</a:t>
            </a:r>
          </a:p>
          <a:p>
            <a:r>
              <a:t>• Stopping: Instance is shutting down</a:t>
            </a:r>
          </a:p>
          <a:p>
            <a:r>
              <a:t>• Stopped: Instance is off (not billed)</a:t>
            </a:r>
          </a:p>
          <a:p>
            <a:r>
              <a:t>• Terminated: Instance is deleted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198</Words>
  <Application>Microsoft Office PowerPoint</Application>
  <PresentationFormat>On-screen Show (4:3)</PresentationFormat>
  <Paragraphs>30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What is EC2?</vt:lpstr>
      <vt:lpstr>Key Features of EC2</vt:lpstr>
      <vt:lpstr>Steps to Launch an EC2 Instance</vt:lpstr>
      <vt:lpstr>EC2 Instance Lifecycle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Vishnu Virgat</dc:creator>
  <cp:keywords/>
  <dc:description>generated using python-pptx</dc:description>
  <cp:lastModifiedBy>Vishnu Virgat</cp:lastModifiedBy>
  <cp:revision>2</cp:revision>
  <dcterms:created xsi:type="dcterms:W3CDTF">2013-01-27T09:14:16Z</dcterms:created>
  <dcterms:modified xsi:type="dcterms:W3CDTF">2025-06-10T06:29:36Z</dcterms:modified>
  <cp:category/>
</cp:coreProperties>
</file>