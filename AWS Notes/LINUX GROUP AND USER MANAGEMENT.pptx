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2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47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1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1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3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71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7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2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95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89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17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CDAB9-6BBD-4D44-BA2D-B039CBA1581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5F058-EBB5-44AE-BB9D-96FA83B9E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26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184726" y="170877"/>
            <a:ext cx="1193338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Why User and Group Management?</a:t>
            </a:r>
          </a:p>
          <a:p>
            <a:r>
              <a:rPr lang="en-US" dirty="0" smtClean="0"/>
              <a:t>In Linux, managing users and groups is like managing people and teams in an office: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b="1" dirty="0" smtClean="0"/>
              <a:t>user</a:t>
            </a:r>
            <a:r>
              <a:rPr lang="en-US" dirty="0" smtClean="0"/>
              <a:t> = an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b="1" dirty="0" smtClean="0"/>
              <a:t>group</a:t>
            </a:r>
            <a:r>
              <a:rPr lang="en-US" dirty="0" smtClean="0"/>
              <a:t> = a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Permissions</a:t>
            </a:r>
            <a:r>
              <a:rPr lang="en-US" dirty="0" smtClean="0"/>
              <a:t> = what each employee or team is allowed to do</a:t>
            </a:r>
            <a:endParaRPr lang="en-US" dirty="0"/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92363" y="1949987"/>
            <a:ext cx="110928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 Add a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👷 Real-life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hire a new employee named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john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adduser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john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92363" y="4246756"/>
            <a:ext cx="36247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 new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a home folder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/home/john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Asks for a password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now switch to that user: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 john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8618" y="164421"/>
            <a:ext cx="473719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2: Delete a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🔥 Real-life: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john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leaves the company.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deluser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john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also want to remove their home folder: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deluser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--remove-home john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8618" y="3868110"/>
            <a:ext cx="43268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3: Create a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👥 Real-life: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create a team called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addgroup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developers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creates a group stored in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/group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2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091" y="169178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 Add a User to a Group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assign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john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Command: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usermod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developers john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append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to which group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📝 After this, john becomes part of the developers team.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check: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groups john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7091" y="3974055"/>
            <a:ext cx="117519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5: Remove a User from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Linux doesn’t have a direct remove command. Instead, set the groups fresh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one you want to remove.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gpasswd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-d john developers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77091" y="5285942"/>
            <a:ext cx="29033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 Delete a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delgroup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developers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99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40145" y="293639"/>
            <a:ext cx="303583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7: List All Users &amp;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👥 List all users: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Cat 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etc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passwd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👥 List all groups: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Cat 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etc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/group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40145" y="4156412"/>
            <a:ext cx="384425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8: Switch Between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 username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 john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🔐 You’ll need that user’s password.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493164" y="201274"/>
            <a:ext cx="30059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9: Lock and Unlock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🔒 Lock a user: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usermod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-L john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🔓 Unlock: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usermod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-U john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650181" y="3879413"/>
            <a:ext cx="31598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10: Change User Password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own: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passwd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 another user: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passwd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john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5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14036" y="524595"/>
            <a:ext cx="37753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 PRACTICAL TASK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adduser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addgroup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marketing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usermod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marketing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groups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gpasswd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-d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marketing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deluser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alice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delgroup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marketing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87927" y="4348263"/>
            <a:ext cx="404437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BONUS TIPS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for user info: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etc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passwd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for group info: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etc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/group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id john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see UID, GID, and groups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36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255767"/>
              </p:ext>
            </p:extLst>
          </p:nvPr>
        </p:nvGraphicFramePr>
        <p:xfrm>
          <a:off x="487217" y="1001324"/>
          <a:ext cx="10515600" cy="43586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193011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91386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027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Create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adduser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332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Delete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deluser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560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Create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addgroup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8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Delete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delgroup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563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Add user to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usermod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-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aG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group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622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Remove user from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</a:rPr>
                        <a:t>gpasswd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 -d user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387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List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Cat</a:t>
                      </a:r>
                      <a:r>
                        <a:rPr lang="en-IN" sz="2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en-IN" sz="2000" dirty="0" err="1" smtClean="0">
                          <a:solidFill>
                            <a:srgbClr val="FF0000"/>
                          </a:solidFill>
                        </a:rPr>
                        <a:t>etc</a:t>
                      </a:r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en-IN" sz="2000" dirty="0" err="1" smtClean="0">
                          <a:solidFill>
                            <a:srgbClr val="FF0000"/>
                          </a:solidFill>
                        </a:rPr>
                        <a:t>passwd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831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List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Cat /</a:t>
                      </a:r>
                      <a:r>
                        <a:rPr lang="en-IN" sz="2000" dirty="0" err="1" smtClean="0">
                          <a:solidFill>
                            <a:srgbClr val="FF0000"/>
                          </a:solidFill>
                        </a:rPr>
                        <a:t>etc</a:t>
                      </a:r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/group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68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Lock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usermod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-L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57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Unlock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usermod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-U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292874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4854" y="142748"/>
            <a:ext cx="243060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SHEET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32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8763" y="2780146"/>
            <a:ext cx="1062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END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932323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479</Words>
  <Application>Microsoft Office PowerPoint</Application>
  <PresentationFormat>Widescreen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31</cp:revision>
  <dcterms:created xsi:type="dcterms:W3CDTF">2025-07-06T10:48:21Z</dcterms:created>
  <dcterms:modified xsi:type="dcterms:W3CDTF">2025-11-23T11:00:18Z</dcterms:modified>
</cp:coreProperties>
</file>