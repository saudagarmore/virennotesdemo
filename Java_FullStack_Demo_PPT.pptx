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7:46:43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0.000 0.000 24575,'0.000'0.000'-8191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7:46:22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1.000 0.000 24575,'0.000'0.000'-8191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7:44:46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0.000 1.000 24575,'0.000'0.000'-8191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80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80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21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83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200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869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02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Posterama" panose="020B0504020200020000" pitchFamily="34" charset="0"/>
                <a:cs typeface="Posterama" panose="020B0504020200020000" pitchFamily="34" charset="0"/>
              </a:rPr>
              <a:t>Java Full Stack Development – Demo Session</a:t>
            </a:r>
            <a:endParaRPr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Viren</a:t>
            </a:r>
            <a:r>
              <a:rPr dirty="0"/>
              <a:t>| </a:t>
            </a:r>
            <a:r>
              <a:rPr lang="en-IN" dirty="0"/>
              <a:t>UV Tech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7602925" y="3863184"/>
              <a:ext cx="360" cy="3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7602925" y="3863184"/>
                <a:ext cx="360" cy="360"/>
              </a:xfrm>
              <a:prstGeom prst="rect"/>
            </p:spPr>
          </p:pic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35" y="926172"/>
            <a:ext cx="2409825" cy="1409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404" y="1968047"/>
            <a:ext cx="2707598" cy="18050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191" y="3424830"/>
            <a:ext cx="2054250" cy="9553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7300" y="4417884"/>
            <a:ext cx="1428722" cy="14287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Full Stack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235" y="2499360"/>
            <a:ext cx="7811135" cy="3530600"/>
          </a:xfrm>
        </p:spPr>
        <p:txBody>
          <a:bodyPr/>
          <a:lstStyle/>
          <a:p>
            <a:r>
              <a:rPr dirty="0"/>
              <a:t>- Frontend + Backend + Database + Tools</a:t>
            </a:r>
            <a:endParaRPr dirty="0"/>
          </a:p>
          <a:p>
            <a:r>
              <a:rPr dirty="0"/>
              <a:t>- A Full Stack Developer can build end-to-end applications</a:t>
            </a:r>
            <a:endParaRPr dirty="0"/>
          </a:p>
          <a:p>
            <a:r>
              <a:rPr dirty="0"/>
              <a:t>- Example: E-commerce application (UI, APIs, Database)</a:t>
            </a:r>
            <a:endParaRPr lang="en-IN" dirty="0"/>
          </a:p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0212205" y="534264"/>
              <a:ext cx="360" cy="3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0212205" y="534264"/>
                <a:ext cx="360" cy="360"/>
              </a:xfrm>
              <a:prstGeom prst="rect"/>
            </p:spPr>
          </p:pic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1" y="4417884"/>
            <a:ext cx="1428722" cy="142872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1726058" y="5132245"/>
            <a:ext cx="318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01" y="4229712"/>
            <a:ext cx="2707598" cy="180506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467849" y="5094876"/>
            <a:ext cx="318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542" y="4732205"/>
            <a:ext cx="1559720" cy="7253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961" y="4823719"/>
            <a:ext cx="1786914" cy="542311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6380262" y="5094875"/>
            <a:ext cx="318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History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42620"/>
            <a:ext cx="7375492" cy="3530600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1991</a:t>
            </a:r>
            <a:r>
              <a:rPr lang="en-US" dirty="0"/>
              <a:t> – Initiated by </a:t>
            </a:r>
            <a:r>
              <a:rPr lang="en-US" b="1" dirty="0"/>
              <a:t>James Gosling</a:t>
            </a:r>
            <a:r>
              <a:rPr lang="en-US" dirty="0"/>
              <a:t> and team at Sun Microsystems (Project </a:t>
            </a:r>
            <a:r>
              <a:rPr lang="en-US" i="1" dirty="0"/>
              <a:t>Oak</a:t>
            </a:r>
            <a:r>
              <a:rPr lang="en-US" dirty="0"/>
              <a:t>).</a:t>
            </a:r>
            <a:endParaRPr lang="en-US" dirty="0"/>
          </a:p>
          <a:p>
            <a:pPr algn="just"/>
            <a:r>
              <a:rPr lang="en-US" b="1" dirty="0"/>
              <a:t>1995</a:t>
            </a:r>
            <a:r>
              <a:rPr lang="en-US" dirty="0"/>
              <a:t> – Officially released as </a:t>
            </a:r>
            <a:r>
              <a:rPr lang="en-US" i="1" dirty="0"/>
              <a:t>Java</a:t>
            </a:r>
            <a:r>
              <a:rPr lang="en-US" dirty="0"/>
              <a:t>, designed for </a:t>
            </a:r>
            <a:r>
              <a:rPr lang="en-US" i="1" dirty="0"/>
              <a:t>Write Once, Run Anywhere (WORA)</a:t>
            </a:r>
            <a:r>
              <a:rPr lang="en-US" dirty="0"/>
              <a:t>.</a:t>
            </a:r>
            <a:endParaRPr lang="en-US" dirty="0"/>
          </a:p>
          <a:p>
            <a:pPr algn="just"/>
            <a:r>
              <a:rPr lang="en-US" b="1" dirty="0"/>
              <a:t>1990s</a:t>
            </a:r>
            <a:r>
              <a:rPr lang="en-US" dirty="0"/>
              <a:t> – Quickly became popular for web applets and enterprise software.</a:t>
            </a:r>
            <a:endParaRPr lang="en-US" dirty="0"/>
          </a:p>
          <a:p>
            <a:pPr algn="just"/>
            <a:r>
              <a:rPr lang="en-US" b="1" dirty="0"/>
              <a:t>2006</a:t>
            </a:r>
            <a:r>
              <a:rPr lang="en-US" dirty="0"/>
              <a:t> – Java was made </a:t>
            </a:r>
            <a:r>
              <a:rPr lang="en-US" b="1" dirty="0"/>
              <a:t>open source</a:t>
            </a:r>
            <a:r>
              <a:rPr lang="en-US" dirty="0"/>
              <a:t> under the GNU General Public License (GPL).</a:t>
            </a:r>
            <a:endParaRPr lang="en-US" dirty="0"/>
          </a:p>
          <a:p>
            <a:pPr algn="just"/>
            <a:r>
              <a:rPr lang="en-US" b="1" dirty="0"/>
              <a:t>2009</a:t>
            </a:r>
            <a:r>
              <a:rPr lang="en-US" dirty="0"/>
              <a:t> – Sun Microsystems acquired by </a:t>
            </a:r>
            <a:r>
              <a:rPr lang="en-US" b="1" dirty="0"/>
              <a:t>Oracle Corporation</a:t>
            </a:r>
            <a:r>
              <a:rPr lang="en-US" dirty="0"/>
              <a:t> (Java’s new steward).</a:t>
            </a:r>
            <a:endParaRPr lang="en-US" dirty="0"/>
          </a:p>
          <a:p>
            <a:pPr algn="just"/>
            <a:r>
              <a:rPr lang="en-US" b="1" dirty="0"/>
              <a:t>Present</a:t>
            </a:r>
            <a:r>
              <a:rPr lang="en-US" dirty="0"/>
              <a:t> – Java remains one of the </a:t>
            </a:r>
            <a:r>
              <a:rPr lang="en-US" b="1" dirty="0"/>
              <a:t>most widely used programming languages</a:t>
            </a:r>
            <a:r>
              <a:rPr lang="en-US" dirty="0"/>
              <a:t> for web, enterprise, mobile (Android), and cloud applications.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Course Roadmap / Syllabus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Core Java</a:t>
            </a:r>
            <a:endParaRPr dirty="0"/>
          </a:p>
          <a:p>
            <a:r>
              <a:rPr dirty="0"/>
              <a:t>- Advanced Java</a:t>
            </a:r>
            <a:endParaRPr dirty="0"/>
          </a:p>
          <a:p>
            <a:r>
              <a:rPr dirty="0"/>
              <a:t>- Frameworks (Spring, Hibernate, Spring Boot)</a:t>
            </a:r>
            <a:endParaRPr dirty="0"/>
          </a:p>
          <a:p>
            <a:r>
              <a:rPr dirty="0"/>
              <a:t>- SQL &amp; Database</a:t>
            </a:r>
            <a:endParaRPr dirty="0"/>
          </a:p>
          <a:p>
            <a:r>
              <a:rPr dirty="0"/>
              <a:t>- Microservices</a:t>
            </a:r>
            <a:endParaRPr dirty="0"/>
          </a:p>
          <a:p>
            <a:r>
              <a:rPr dirty="0"/>
              <a:t>- Frontend (HTML, CSS, JavaScript, React)</a:t>
            </a:r>
            <a:endParaRPr dirty="0"/>
          </a:p>
          <a:p>
            <a:r>
              <a:rPr dirty="0"/>
              <a:t>- Tools (Postman, Git, Maven)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2" name="Ink 21"/>
              <p14:cNvContentPartPr/>
              <p14:nvPr/>
            </p14:nvContentPartPr>
            <p14:xfrm>
              <a:off x="-914675" y="1684464"/>
              <a:ext cx="360" cy="36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2"/>
            </p:blipFill>
            <p:spPr>
              <a:xfrm>
                <a:off x="-914675" y="1684464"/>
                <a:ext cx="360" cy="360"/>
              </a:xfrm>
              <a:prstGeom prst="rect"/>
            </p:spPr>
          </p:pic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106" y="2317461"/>
            <a:ext cx="2322153" cy="121684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306" y="3903189"/>
            <a:ext cx="1581752" cy="1768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Java (Basics to OOPs)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Java Basics: Data types, Loops, Arrays</a:t>
            </a:r>
            <a:r>
              <a:rPr lang="en-IN" dirty="0"/>
              <a:t>, Methods &amp; Objects, </a:t>
            </a:r>
            <a:endParaRPr dirty="0"/>
          </a:p>
          <a:p>
            <a:r>
              <a:rPr dirty="0"/>
              <a:t>- OOPs concepts: Encapsulation, Inheritance, Polymorphism, Abstraction</a:t>
            </a:r>
            <a:endParaRPr dirty="0"/>
          </a:p>
          <a:p>
            <a:r>
              <a:rPr dirty="0"/>
              <a:t>- Exception Handling</a:t>
            </a:r>
            <a:endParaRPr dirty="0"/>
          </a:p>
          <a:p>
            <a:r>
              <a:rPr dirty="0"/>
              <a:t>- Collections Framework</a:t>
            </a:r>
            <a:endParaRPr dirty="0"/>
          </a:p>
          <a:p>
            <a:r>
              <a:rPr dirty="0"/>
              <a:t>- Multithreading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Servlets &amp; JSP</a:t>
            </a:r>
            <a:endParaRPr dirty="0"/>
          </a:p>
          <a:p>
            <a:r>
              <a:rPr dirty="0"/>
              <a:t>- JDBC (Database Connectivity)</a:t>
            </a:r>
            <a:endParaRPr dirty="0"/>
          </a:p>
          <a:p>
            <a:r>
              <a:rPr dirty="0"/>
              <a:t>- MVC Architecture</a:t>
            </a:r>
            <a:endParaRPr dirty="0"/>
          </a:p>
          <a:p>
            <a:r>
              <a:rPr dirty="0"/>
              <a:t>- REST API Basics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Spring Core (IoC, DI)</a:t>
            </a:r>
            <a:endParaRPr dirty="0"/>
          </a:p>
          <a:p>
            <a:r>
              <a:rPr dirty="0"/>
              <a:t>- Spring Boot (Rapid development, Embedded server)</a:t>
            </a:r>
            <a:endParaRPr dirty="0"/>
          </a:p>
          <a:p>
            <a:r>
              <a:rPr dirty="0"/>
              <a:t>- Hibernate/JPA (ORM, Database mapping)</a:t>
            </a:r>
            <a:endParaRPr dirty="0"/>
          </a:p>
          <a:p>
            <a:r>
              <a:rPr dirty="0"/>
              <a:t>- Spring Security (Basics)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RDBMS basics (Tables, Joins, Indexing)</a:t>
            </a:r>
            <a:endParaRPr dirty="0"/>
          </a:p>
          <a:p>
            <a:r>
              <a:rPr dirty="0"/>
              <a:t>- CRUD operations</a:t>
            </a:r>
            <a:endParaRPr dirty="0"/>
          </a:p>
          <a:p>
            <a:r>
              <a:rPr dirty="0"/>
              <a:t>- Stored procedures, Views, Transactions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Monolith vs Microservices</a:t>
            </a:r>
            <a:endParaRPr dirty="0"/>
          </a:p>
          <a:p>
            <a:r>
              <a:rPr dirty="0"/>
              <a:t>- REST APIs with Spring Boot</a:t>
            </a:r>
            <a:endParaRPr dirty="0"/>
          </a:p>
          <a:p>
            <a:r>
              <a:rPr dirty="0"/>
              <a:t>- Communication (REST, Feign, Eureka)</a:t>
            </a:r>
            <a:endParaRPr dirty="0"/>
          </a:p>
          <a:p>
            <a:r>
              <a:rPr dirty="0"/>
              <a:t>- Deployment basics (Docker/Kubernetes)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HTML5 – Structure</a:t>
            </a:r>
          </a:p>
          <a:p>
            <a:r>
              <a:t>- CSS3 – Styling, Responsive design</a:t>
            </a:r>
          </a:p>
          <a:p>
            <a:r>
              <a:t>- JavaScript (ES6, DOM manipulation)</a:t>
            </a:r>
          </a:p>
          <a:p>
            <a:r>
              <a:t>- React – Components, Props, State, Hooks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93" y="4736529"/>
            <a:ext cx="1283271" cy="1283271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1500027" y="5378164"/>
            <a:ext cx="434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21" y="4736529"/>
            <a:ext cx="931369" cy="1314950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3121632" y="5360683"/>
            <a:ext cx="434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694" y="4736529"/>
            <a:ext cx="1283271" cy="1283271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5236396" y="5335995"/>
            <a:ext cx="434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727" y="4736529"/>
            <a:ext cx="1428722" cy="1428722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7099449" y="5327716"/>
            <a:ext cx="434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33780" y="4916499"/>
            <a:ext cx="1715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Connectivity with backend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Postman – API Testing</a:t>
            </a:r>
            <a:endParaRPr dirty="0"/>
          </a:p>
          <a:p>
            <a:r>
              <a:rPr dirty="0"/>
              <a:t>- Git &amp; GitHub – Version control</a:t>
            </a:r>
            <a:endParaRPr dirty="0"/>
          </a:p>
          <a:p>
            <a:r>
              <a:rPr dirty="0"/>
              <a:t>- Maven – Build tools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64" y="4741526"/>
            <a:ext cx="2928305" cy="888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83" y="4257140"/>
            <a:ext cx="3133618" cy="176266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849" y="4839515"/>
            <a:ext cx="2803492" cy="71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 Project: E-Commerce App</a:t>
            </a:r>
            <a:endParaRPr dirty="0"/>
          </a:p>
          <a:p>
            <a:r>
              <a:rPr dirty="0"/>
              <a:t>- Frontend: React</a:t>
            </a:r>
            <a:endParaRPr dirty="0"/>
          </a:p>
          <a:p>
            <a:r>
              <a:rPr dirty="0"/>
              <a:t>- Backend: Spring Boot + Microservices</a:t>
            </a:r>
            <a:endParaRPr dirty="0"/>
          </a:p>
          <a:p>
            <a:r>
              <a:rPr dirty="0"/>
              <a:t>- Database: MySQL</a:t>
            </a:r>
            <a:endParaRPr dirty="0"/>
          </a:p>
          <a:p>
            <a:r>
              <a:rPr dirty="0"/>
              <a:t>- API Testing: Postman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Outcomes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Build full-stack applications</a:t>
            </a:r>
            <a:endParaRPr dirty="0"/>
          </a:p>
          <a:p>
            <a:r>
              <a:rPr dirty="0"/>
              <a:t>- REST API design and integration</a:t>
            </a:r>
            <a:endParaRPr dirty="0"/>
          </a:p>
          <a:p>
            <a:r>
              <a:rPr dirty="0"/>
              <a:t>- Hands-on with real-time tools</a:t>
            </a:r>
            <a:endParaRPr dirty="0"/>
          </a:p>
          <a:p>
            <a:r>
              <a:rPr dirty="0"/>
              <a:t>- Deployment-ready projects</a:t>
            </a:r>
            <a:endParaRPr lang="en-IN" dirty="0"/>
          </a:p>
          <a:p>
            <a:r>
              <a:rPr lang="en-IN" dirty="0"/>
              <a:t>- Ready for jobs and interview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Q&amp;A / 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Contact: </a:t>
            </a:r>
            <a:r>
              <a:rPr lang="en-IN" dirty="0"/>
              <a:t>samarthuvtech@gmail.com</a:t>
            </a:r>
            <a:endParaRPr dirty="0"/>
          </a:p>
          <a:p>
            <a:r>
              <a:rPr dirty="0"/>
              <a:t>Let's Build Together!</a:t>
            </a:r>
            <a:endParaRPr lang="en-IN" dirty="0"/>
          </a:p>
          <a:p>
            <a:r>
              <a:rPr lang="en-IN" dirty="0"/>
              <a:t>Thanks…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2330</Words>
  <Application>WPS Presentation</Application>
  <PresentationFormat>On-screen Show (4:3)</PresentationFormat>
  <Paragraphs>102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 3</vt:lpstr>
      <vt:lpstr>Arial</vt:lpstr>
      <vt:lpstr>Posterama</vt:lpstr>
      <vt:lpstr>Yu Gothic UI</vt:lpstr>
      <vt:lpstr>Century Gothic</vt:lpstr>
      <vt:lpstr>Microsoft YaHei</vt:lpstr>
      <vt:lpstr>Arial Unicode MS</vt:lpstr>
      <vt:lpstr>Calibri</vt:lpstr>
      <vt:lpstr>Ion Boardroom</vt:lpstr>
      <vt:lpstr>Java Full Stack Development – Demo Session</vt:lpstr>
      <vt:lpstr>What is Full Stack Development?</vt:lpstr>
      <vt:lpstr>Java History</vt:lpstr>
      <vt:lpstr>Course Roadmap / Syllabus Overview</vt:lpstr>
      <vt:lpstr>Core Java (Basics to OOPs)</vt:lpstr>
      <vt:lpstr>Advanced Java</vt:lpstr>
      <vt:lpstr>Frameworks</vt:lpstr>
      <vt:lpstr>SQL &amp; Database</vt:lpstr>
      <vt:lpstr>Microservices</vt:lpstr>
      <vt:lpstr>Frontend Technologies</vt:lpstr>
      <vt:lpstr>Tools</vt:lpstr>
      <vt:lpstr>Real-World Project</vt:lpstr>
      <vt:lpstr>Learning Outcomes</vt:lpstr>
      <vt:lpstr>Q&amp;A /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Bankar</dc:creator>
  <dc:description>generated using python-pptx</dc:description>
  <cp:lastModifiedBy>Nishank Amte</cp:lastModifiedBy>
  <cp:revision>5</cp:revision>
  <dcterms:created xsi:type="dcterms:W3CDTF">2013-01-27T09:14:00Z</dcterms:created>
  <dcterms:modified xsi:type="dcterms:W3CDTF">2026-01-15T14:05:14Z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595A7CE524B946A08B73EEDEBCEDDDF9_12</vt:lpwstr>
  </property>
  <property fmtid="{D5CDD505-2E9C-101B-9397-08002B2CF9AE}" pid="3" name="KSOProductBuildVer">
    <vt:lpwstr>1033-12.2.0.23196</vt:lpwstr>
  </property>
</Properties>
</file>